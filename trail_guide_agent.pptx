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ppt/tags/tag14.xml" ContentType="application/vnd.openxmlformats-officedocument.presentationml.tags+xml"/>
  <Override PartName="/ppt/notesSlides/notesSlide17.xml" ContentType="application/vnd.openxmlformats-officedocument.presentationml.notesSlide+xml"/>
  <Override PartName="/ppt/tags/tag15.xml" ContentType="application/vnd.openxmlformats-officedocument.presentationml.tags+xml"/>
  <Override PartName="/ppt/notesSlides/notesSlide18.xml" ContentType="application/vnd.openxmlformats-officedocument.presentationml.notesSlide+xml"/>
  <Override PartName="/ppt/tags/tag16.xml" ContentType="application/vnd.openxmlformats-officedocument.presentationml.tags+xml"/>
  <Override PartName="/ppt/notesSlides/notesSlide19.xml" ContentType="application/vnd.openxmlformats-officedocument.presentationml.notesSlide+xml"/>
  <Override PartName="/ppt/tags/tag17.xml" ContentType="application/vnd.openxmlformats-officedocument.presentationml.tags+xml"/>
  <Override PartName="/ppt/notesSlides/notesSlide20.xml" ContentType="application/vnd.openxmlformats-officedocument.presentationml.notesSlide+xml"/>
  <Override PartName="/ppt/tags/tag18.xml" ContentType="application/vnd.openxmlformats-officedocument.presentationml.tags+xml"/>
  <Override PartName="/ppt/notesSlides/notesSlide21.xml" ContentType="application/vnd.openxmlformats-officedocument.presentationml.notesSlide+xml"/>
  <Override PartName="/ppt/tags/tag19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20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21.xml" ContentType="application/vnd.openxmlformats-officedocument.presentationml.tags+xml"/>
  <Override PartName="/ppt/notesSlides/notesSlide26.xml" ContentType="application/vnd.openxmlformats-officedocument.presentationml.notesSlide+xml"/>
  <Override PartName="/ppt/tags/tag22.xml" ContentType="application/vnd.openxmlformats-officedocument.presentationml.tags+xml"/>
  <Override PartName="/ppt/notesSlides/notesSlide27.xml" ContentType="application/vnd.openxmlformats-officedocument.presentationml.notesSlide+xml"/>
  <Override PartName="/ppt/tags/tag23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24.xml" ContentType="application/vnd.openxmlformats-officedocument.presentationml.tags+xml"/>
  <Override PartName="/ppt/notesSlides/notesSlide30.xml" ContentType="application/vnd.openxmlformats-officedocument.presentationml.notesSlide+xml"/>
  <Override PartName="/ppt/tags/tag25.xml" ContentType="application/vnd.openxmlformats-officedocument.presentationml.tags+xml"/>
  <Override PartName="/ppt/notesSlides/notesSlide31.xml" ContentType="application/vnd.openxmlformats-officedocument.presentationml.notesSlide+xml"/>
  <Override PartName="/ppt/tags/tag26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8"/>
  </p:notesMasterIdLst>
  <p:sldIdLst>
    <p:sldId id="267" r:id="rId5"/>
    <p:sldId id="333" r:id="rId6"/>
    <p:sldId id="417" r:id="rId7"/>
    <p:sldId id="411" r:id="rId8"/>
    <p:sldId id="410" r:id="rId9"/>
    <p:sldId id="431" r:id="rId10"/>
    <p:sldId id="413" r:id="rId11"/>
    <p:sldId id="416" r:id="rId12"/>
    <p:sldId id="415" r:id="rId13"/>
    <p:sldId id="418" r:id="rId14"/>
    <p:sldId id="414" r:id="rId15"/>
    <p:sldId id="420" r:id="rId16"/>
    <p:sldId id="421" r:id="rId17"/>
    <p:sldId id="423" r:id="rId18"/>
    <p:sldId id="424" r:id="rId19"/>
    <p:sldId id="425" r:id="rId20"/>
    <p:sldId id="426" r:id="rId21"/>
    <p:sldId id="427" r:id="rId22"/>
    <p:sldId id="428" r:id="rId23"/>
    <p:sldId id="429" r:id="rId24"/>
    <p:sldId id="430" r:id="rId25"/>
    <p:sldId id="422" r:id="rId26"/>
    <p:sldId id="419" r:id="rId27"/>
    <p:sldId id="412" r:id="rId28"/>
    <p:sldId id="433" r:id="rId29"/>
    <p:sldId id="432" r:id="rId30"/>
    <p:sldId id="434" r:id="rId31"/>
    <p:sldId id="436" r:id="rId32"/>
    <p:sldId id="439" r:id="rId33"/>
    <p:sldId id="435" r:id="rId34"/>
    <p:sldId id="437" r:id="rId35"/>
    <p:sldId id="438" r:id="rId36"/>
    <p:sldId id="44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CC8D00"/>
    <a:srgbClr val="B5C9D2"/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E2295-DD75-12CF-0BAB-7538DAFB2644}" v="21" dt="2025-02-04T03:45:00.339"/>
    <p1510:client id="{622F45C2-AC2B-544D-6491-384DB0BCA4CA}" v="9" dt="2025-02-04T04:59:56.840"/>
    <p1510:client id="{DE676327-F9FD-362A-A133-700643FAFC5B}" v="5" dt="2025-02-02T16:32:13.7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977" autoAdjust="0"/>
  </p:normalViewPr>
  <p:slideViewPr>
    <p:cSldViewPr snapToGrid="0">
      <p:cViewPr varScale="1">
        <p:scale>
          <a:sx n="102" d="100"/>
          <a:sy n="102" d="100"/>
        </p:scale>
        <p:origin x="96" y="556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stin Watson" userId="S::watso364@purdue.edu::31d1fcba-90a4-421b-a347-1a85e1eed54a" providerId="AD" clId="Web-{F3929229-4A2D-2374-FA10-07A4EB0F90A3}"/>
    <pc:docChg chg="modSld">
      <pc:chgData name="Austin Watson" userId="S::watso364@purdue.edu::31d1fcba-90a4-421b-a347-1a85e1eed54a" providerId="AD" clId="Web-{F3929229-4A2D-2374-FA10-07A4EB0F90A3}" dt="2025-01-30T20:04:58.064" v="74"/>
      <pc:docMkLst>
        <pc:docMk/>
      </pc:docMkLst>
      <pc:sldChg chg="modTransition delAnim modAnim modNotes">
        <pc:chgData name="Austin Watson" userId="S::watso364@purdue.edu::31d1fcba-90a4-421b-a347-1a85e1eed54a" providerId="AD" clId="Web-{F3929229-4A2D-2374-FA10-07A4EB0F90A3}" dt="2025-01-30T20:04:58.064" v="74"/>
        <pc:sldMkLst>
          <pc:docMk/>
          <pc:sldMk cId="3035040294" sldId="256"/>
        </pc:sldMkLst>
      </pc:sldChg>
      <pc:sldChg chg="modTransition modNotes">
        <pc:chgData name="Austin Watson" userId="S::watso364@purdue.edu::31d1fcba-90a4-421b-a347-1a85e1eed54a" providerId="AD" clId="Web-{F3929229-4A2D-2374-FA10-07A4EB0F90A3}" dt="2025-01-30T20:04:56.595" v="73"/>
        <pc:sldMkLst>
          <pc:docMk/>
          <pc:sldMk cId="4154997097" sldId="267"/>
        </pc:sldMkLst>
      </pc:sldChg>
      <pc:sldChg chg="modTransition delAnim">
        <pc:chgData name="Austin Watson" userId="S::watso364@purdue.edu::31d1fcba-90a4-421b-a347-1a85e1eed54a" providerId="AD" clId="Web-{F3929229-4A2D-2374-FA10-07A4EB0F90A3}" dt="2025-01-30T20:04:52.907" v="72"/>
        <pc:sldMkLst>
          <pc:docMk/>
          <pc:sldMk cId="3276290463" sldId="311"/>
        </pc:sldMkLst>
      </pc:sldChg>
      <pc:sldChg chg="delAnim">
        <pc:chgData name="Austin Watson" userId="S::watso364@purdue.edu::31d1fcba-90a4-421b-a347-1a85e1eed54a" providerId="AD" clId="Web-{F3929229-4A2D-2374-FA10-07A4EB0F90A3}" dt="2025-01-30T20:03:54.952" v="71"/>
        <pc:sldMkLst>
          <pc:docMk/>
          <pc:sldMk cId="1680556081" sldId="322"/>
        </pc:sldMkLst>
      </pc:sldChg>
    </pc:docChg>
  </pc:docChgLst>
  <pc:docChgLst>
    <pc:chgData name="Onur Dincol" userId="S::odincol@purdue.edu::4aac5b7b-0dac-4838-9f19-2be492a945fe" providerId="AD" clId="Web-{59987D77-52A1-A403-E04D-1ED9BC3F9DBA}"/>
    <pc:docChg chg="modSld">
      <pc:chgData name="Onur Dincol" userId="S::odincol@purdue.edu::4aac5b7b-0dac-4838-9f19-2be492a945fe" providerId="AD" clId="Web-{59987D77-52A1-A403-E04D-1ED9BC3F9DBA}" dt="2025-01-29T04:29:47.562" v="100" actId="20577"/>
      <pc:docMkLst>
        <pc:docMk/>
      </pc:docMkLst>
      <pc:sldChg chg="modSp">
        <pc:chgData name="Onur Dincol" userId="S::odincol@purdue.edu::4aac5b7b-0dac-4838-9f19-2be492a945fe" providerId="AD" clId="Web-{59987D77-52A1-A403-E04D-1ED9BC3F9DBA}" dt="2025-01-29T04:29:47.562" v="100" actId="20577"/>
        <pc:sldMkLst>
          <pc:docMk/>
          <pc:sldMk cId="3276290463" sldId="311"/>
        </pc:sldMkLst>
        <pc:spChg chg="mod">
          <ac:chgData name="Onur Dincol" userId="S::odincol@purdue.edu::4aac5b7b-0dac-4838-9f19-2be492a945fe" providerId="AD" clId="Web-{59987D77-52A1-A403-E04D-1ED9BC3F9DBA}" dt="2025-01-29T04:29:47.562" v="100" actId="20577"/>
          <ac:spMkLst>
            <pc:docMk/>
            <pc:sldMk cId="3276290463" sldId="311"/>
            <ac:spMk id="3" creationId="{E6B6621C-6433-03E2-4816-BFEED311D5F0}"/>
          </ac:spMkLst>
        </pc:spChg>
      </pc:sldChg>
    </pc:docChg>
  </pc:docChgLst>
  <pc:docChgLst>
    <pc:chgData name="Okechukwu Nduka" userId="S::onduka@purdue.edu::761591c5-9709-4555-bbd4-86467b2e6d37" providerId="AD" clId="Web-{DE676327-F9FD-362A-A133-700643FAFC5B}"/>
    <pc:docChg chg="modSld">
      <pc:chgData name="Okechukwu Nduka" userId="S::onduka@purdue.edu::761591c5-9709-4555-bbd4-86467b2e6d37" providerId="AD" clId="Web-{DE676327-F9FD-362A-A133-700643FAFC5B}" dt="2025-02-02T16:32:13.742" v="4" actId="20577"/>
      <pc:docMkLst>
        <pc:docMk/>
      </pc:docMkLst>
      <pc:sldChg chg="modSp">
        <pc:chgData name="Okechukwu Nduka" userId="S::onduka@purdue.edu::761591c5-9709-4555-bbd4-86467b2e6d37" providerId="AD" clId="Web-{DE676327-F9FD-362A-A133-700643FAFC5B}" dt="2025-02-02T16:32:13.742" v="4" actId="20577"/>
        <pc:sldMkLst>
          <pc:docMk/>
          <pc:sldMk cId="1091338601" sldId="313"/>
        </pc:sldMkLst>
        <pc:spChg chg="mod">
          <ac:chgData name="Okechukwu Nduka" userId="S::onduka@purdue.edu::761591c5-9709-4555-bbd4-86467b2e6d37" providerId="AD" clId="Web-{DE676327-F9FD-362A-A133-700643FAFC5B}" dt="2025-02-02T16:32:13.742" v="4" actId="20577"/>
          <ac:spMkLst>
            <pc:docMk/>
            <pc:sldMk cId="1091338601" sldId="313"/>
            <ac:spMk id="5" creationId="{1F20F036-0F88-A549-6E05-B226D035A5B6}"/>
          </ac:spMkLst>
        </pc:spChg>
      </pc:sldChg>
    </pc:docChg>
  </pc:docChgLst>
  <pc:docChgLst>
    <pc:chgData name="Hurt, Andrew C" userId="20c380bd-3ce1-483f-8848-94c3594d3cf1" providerId="ADAL" clId="{3495807D-E425-4957-81DC-9907B540ED9A}"/>
    <pc:docChg chg="custSel modSld">
      <pc:chgData name="Hurt, Andrew C" userId="20c380bd-3ce1-483f-8848-94c3594d3cf1" providerId="ADAL" clId="{3495807D-E425-4957-81DC-9907B540ED9A}" dt="2024-08-15T15:51:00.581" v="302"/>
      <pc:docMkLst>
        <pc:docMk/>
      </pc:docMkLst>
      <pc:sldChg chg="delSp mod delAnim">
        <pc:chgData name="Hurt, Andrew C" userId="20c380bd-3ce1-483f-8848-94c3594d3cf1" providerId="ADAL" clId="{3495807D-E425-4957-81DC-9907B540ED9A}" dt="2024-08-15T15:42:37.923" v="1" actId="478"/>
        <pc:sldMkLst>
          <pc:docMk/>
          <pc:sldMk cId="3035040294" sldId="256"/>
        </pc:sldMkLst>
      </pc:sldChg>
      <pc:sldChg chg="delSp modSp mod delAnim">
        <pc:chgData name="Hurt, Andrew C" userId="20c380bd-3ce1-483f-8848-94c3594d3cf1" providerId="ADAL" clId="{3495807D-E425-4957-81DC-9907B540ED9A}" dt="2024-08-15T15:46:41.223" v="80" actId="962"/>
        <pc:sldMkLst>
          <pc:docMk/>
          <pc:sldMk cId="2361594818" sldId="257"/>
        </pc:sldMkLst>
      </pc:sldChg>
      <pc:sldChg chg="delSp modSp mod delAnim">
        <pc:chgData name="Hurt, Andrew C" userId="20c380bd-3ce1-483f-8848-94c3594d3cf1" providerId="ADAL" clId="{3495807D-E425-4957-81DC-9907B540ED9A}" dt="2024-08-15T15:50:39.581" v="298"/>
        <pc:sldMkLst>
          <pc:docMk/>
          <pc:sldMk cId="3666090097" sldId="258"/>
        </pc:sldMkLst>
      </pc:sldChg>
      <pc:sldChg chg="delSp mod delAnim">
        <pc:chgData name="Hurt, Andrew C" userId="20c380bd-3ce1-483f-8848-94c3594d3cf1" providerId="ADAL" clId="{3495807D-E425-4957-81DC-9907B540ED9A}" dt="2024-08-15T15:43:23.842" v="15" actId="478"/>
        <pc:sldMkLst>
          <pc:docMk/>
          <pc:sldMk cId="932748493" sldId="259"/>
        </pc:sldMkLst>
      </pc:sldChg>
      <pc:sldChg chg="delSp mod delAnim">
        <pc:chgData name="Hurt, Andrew C" userId="20c380bd-3ce1-483f-8848-94c3594d3cf1" providerId="ADAL" clId="{3495807D-E425-4957-81DC-9907B540ED9A}" dt="2024-08-15T15:43:14.434" v="12" actId="478"/>
        <pc:sldMkLst>
          <pc:docMk/>
          <pc:sldMk cId="2870390396" sldId="260"/>
        </pc:sldMkLst>
      </pc:sldChg>
      <pc:sldChg chg="delSp mod delAnim">
        <pc:chgData name="Hurt, Andrew C" userId="20c380bd-3ce1-483f-8848-94c3594d3cf1" providerId="ADAL" clId="{3495807D-E425-4957-81DC-9907B540ED9A}" dt="2024-08-15T15:42:59.283" v="7" actId="478"/>
        <pc:sldMkLst>
          <pc:docMk/>
          <pc:sldMk cId="4010976476" sldId="262"/>
        </pc:sldMkLst>
      </pc:sldChg>
      <pc:sldChg chg="delSp mod delAnim">
        <pc:chgData name="Hurt, Andrew C" userId="20c380bd-3ce1-483f-8848-94c3594d3cf1" providerId="ADAL" clId="{3495807D-E425-4957-81DC-9907B540ED9A}" dt="2024-08-15T15:43:27.372" v="16" actId="478"/>
        <pc:sldMkLst>
          <pc:docMk/>
          <pc:sldMk cId="1119801829" sldId="266"/>
        </pc:sldMkLst>
      </pc:sldChg>
      <pc:sldChg chg="delSp mod delAnim">
        <pc:chgData name="Hurt, Andrew C" userId="20c380bd-3ce1-483f-8848-94c3594d3cf1" providerId="ADAL" clId="{3495807D-E425-4957-81DC-9907B540ED9A}" dt="2024-08-15T15:42:34.052" v="0" actId="478"/>
        <pc:sldMkLst>
          <pc:docMk/>
          <pc:sldMk cId="4154997097" sldId="267"/>
        </pc:sldMkLst>
      </pc:sldChg>
      <pc:sldChg chg="delSp modSp mod delAnim">
        <pc:chgData name="Hurt, Andrew C" userId="20c380bd-3ce1-483f-8848-94c3594d3cf1" providerId="ADAL" clId="{3495807D-E425-4957-81DC-9907B540ED9A}" dt="2024-08-15T15:46:46.361" v="100" actId="962"/>
        <pc:sldMkLst>
          <pc:docMk/>
          <pc:sldMk cId="4251855305" sldId="268"/>
        </pc:sldMkLst>
      </pc:sldChg>
      <pc:sldChg chg="delSp modSp mod delAnim">
        <pc:chgData name="Hurt, Andrew C" userId="20c380bd-3ce1-483f-8848-94c3594d3cf1" providerId="ADAL" clId="{3495807D-E425-4957-81DC-9907B540ED9A}" dt="2024-08-15T15:51:00.581" v="302"/>
        <pc:sldMkLst>
          <pc:docMk/>
          <pc:sldMk cId="1404612451" sldId="269"/>
        </pc:sldMkLst>
      </pc:sldChg>
      <pc:sldChg chg="delSp modSp mod delAnim">
        <pc:chgData name="Hurt, Andrew C" userId="20c380bd-3ce1-483f-8848-94c3594d3cf1" providerId="ADAL" clId="{3495807D-E425-4957-81DC-9907B540ED9A}" dt="2024-08-15T15:47:43.107" v="196" actId="962"/>
        <pc:sldMkLst>
          <pc:docMk/>
          <pc:sldMk cId="2396541706" sldId="270"/>
        </pc:sldMkLst>
      </pc:sldChg>
      <pc:sldChg chg="delSp modSp mod delAnim">
        <pc:chgData name="Hurt, Andrew C" userId="20c380bd-3ce1-483f-8848-94c3594d3cf1" providerId="ADAL" clId="{3495807D-E425-4957-81DC-9907B540ED9A}" dt="2024-08-15T15:48:02.373" v="220" actId="962"/>
        <pc:sldMkLst>
          <pc:docMk/>
          <pc:sldMk cId="790469898" sldId="273"/>
        </pc:sldMkLst>
      </pc:sldChg>
      <pc:sldChg chg="delSp mod delAnim">
        <pc:chgData name="Hurt, Andrew C" userId="20c380bd-3ce1-483f-8848-94c3594d3cf1" providerId="ADAL" clId="{3495807D-E425-4957-81DC-9907B540ED9A}" dt="2024-08-15T15:42:53.275" v="5" actId="478"/>
        <pc:sldMkLst>
          <pc:docMk/>
          <pc:sldMk cId="846219069" sldId="274"/>
        </pc:sldMkLst>
      </pc:sldChg>
      <pc:sldChg chg="delSp modSp mod delAnim">
        <pc:chgData name="Hurt, Andrew C" userId="20c380bd-3ce1-483f-8848-94c3594d3cf1" providerId="ADAL" clId="{3495807D-E425-4957-81DC-9907B540ED9A}" dt="2024-08-15T15:50:09.351" v="295" actId="12100"/>
        <pc:sldMkLst>
          <pc:docMk/>
          <pc:sldMk cId="3510770798" sldId="275"/>
        </pc:sldMkLst>
      </pc:sldChg>
      <pc:sldChg chg="delSp mod delAnim">
        <pc:chgData name="Hurt, Andrew C" userId="20c380bd-3ce1-483f-8848-94c3594d3cf1" providerId="ADAL" clId="{3495807D-E425-4957-81DC-9907B540ED9A}" dt="2024-08-15T15:43:33.372" v="18" actId="478"/>
        <pc:sldMkLst>
          <pc:docMk/>
          <pc:sldMk cId="2617692043" sldId="280"/>
        </pc:sldMkLst>
      </pc:sldChg>
      <pc:sldChg chg="delSp mod delAnim">
        <pc:chgData name="Hurt, Andrew C" userId="20c380bd-3ce1-483f-8848-94c3594d3cf1" providerId="ADAL" clId="{3495807D-E425-4957-81DC-9907B540ED9A}" dt="2024-08-15T15:43:05.803" v="9" actId="478"/>
        <pc:sldMkLst>
          <pc:docMk/>
          <pc:sldMk cId="2618194783" sldId="283"/>
        </pc:sldMkLst>
      </pc:sldChg>
      <pc:sldChg chg="delSp mod delAnim">
        <pc:chgData name="Hurt, Andrew C" userId="20c380bd-3ce1-483f-8848-94c3594d3cf1" providerId="ADAL" clId="{3495807D-E425-4957-81DC-9907B540ED9A}" dt="2024-08-15T15:43:20.539" v="14" actId="478"/>
        <pc:sldMkLst>
          <pc:docMk/>
          <pc:sldMk cId="344562826" sldId="295"/>
        </pc:sldMkLst>
      </pc:sldChg>
      <pc:sldChg chg="delSp modSp mod delAnim">
        <pc:chgData name="Hurt, Andrew C" userId="20c380bd-3ce1-483f-8848-94c3594d3cf1" providerId="ADAL" clId="{3495807D-E425-4957-81DC-9907B540ED9A}" dt="2024-08-15T15:46:35.062" v="60" actId="962"/>
        <pc:sldMkLst>
          <pc:docMk/>
          <pc:sldMk cId="2236811927" sldId="297"/>
        </pc:sldMkLst>
      </pc:sldChg>
      <pc:sldChg chg="delSp modSp mod delAnim">
        <pc:chgData name="Hurt, Andrew C" userId="20c380bd-3ce1-483f-8848-94c3594d3cf1" providerId="ADAL" clId="{3495807D-E425-4957-81DC-9907B540ED9A}" dt="2024-08-15T15:47:37.061" v="194" actId="962"/>
        <pc:sldMkLst>
          <pc:docMk/>
          <pc:sldMk cId="4250242302" sldId="298"/>
        </pc:sldMkLst>
      </pc:sldChg>
      <pc:sldChg chg="delSp modSp mod delAnim">
        <pc:chgData name="Hurt, Andrew C" userId="20c380bd-3ce1-483f-8848-94c3594d3cf1" providerId="ADAL" clId="{3495807D-E425-4957-81DC-9907B540ED9A}" dt="2024-08-15T15:50:24.581" v="296"/>
        <pc:sldMkLst>
          <pc:docMk/>
          <pc:sldMk cId="3491471171" sldId="300"/>
        </pc:sldMkLst>
      </pc:sldChg>
      <pc:sldChg chg="delSp modSp mod delAnim">
        <pc:chgData name="Hurt, Andrew C" userId="20c380bd-3ce1-483f-8848-94c3594d3cf1" providerId="ADAL" clId="{3495807D-E425-4957-81DC-9907B540ED9A}" dt="2024-08-15T15:50:45.791" v="299"/>
        <pc:sldMkLst>
          <pc:docMk/>
          <pc:sldMk cId="1787866221" sldId="302"/>
        </pc:sldMkLst>
      </pc:sldChg>
      <pc:sldChg chg="delSp modSp mod delAnim">
        <pc:chgData name="Hurt, Andrew C" userId="20c380bd-3ce1-483f-8848-94c3594d3cf1" providerId="ADAL" clId="{3495807D-E425-4957-81DC-9907B540ED9A}" dt="2024-08-15T15:50:50.471" v="300"/>
        <pc:sldMkLst>
          <pc:docMk/>
          <pc:sldMk cId="1363357115" sldId="304"/>
        </pc:sldMkLst>
      </pc:sldChg>
      <pc:sldChg chg="delSp modSp mod delAnim">
        <pc:chgData name="Hurt, Andrew C" userId="20c380bd-3ce1-483f-8848-94c3594d3cf1" providerId="ADAL" clId="{3495807D-E425-4957-81DC-9907B540ED9A}" dt="2024-08-15T15:48:39.995" v="294" actId="962"/>
        <pc:sldMkLst>
          <pc:docMk/>
          <pc:sldMk cId="867573655" sldId="305"/>
        </pc:sldMkLst>
      </pc:sldChg>
      <pc:sldChg chg="delSp mod delAnim">
        <pc:chgData name="Hurt, Andrew C" userId="20c380bd-3ce1-483f-8848-94c3594d3cf1" providerId="ADAL" clId="{3495807D-E425-4957-81DC-9907B540ED9A}" dt="2024-08-15T15:43:35.548" v="19" actId="478"/>
        <pc:sldMkLst>
          <pc:docMk/>
          <pc:sldMk cId="206645986" sldId="306"/>
        </pc:sldMkLst>
      </pc:sldChg>
    </pc:docChg>
  </pc:docChgLst>
  <pc:docChgLst>
    <pc:chgData name="Okechukwu Nduka" userId="S::onduka@purdue.edu::761591c5-9709-4555-bbd4-86467b2e6d37" providerId="AD" clId="Web-{85C636F7-A9E9-8FB5-1461-87593F2C39C5}"/>
    <pc:docChg chg="modSld">
      <pc:chgData name="Okechukwu Nduka" userId="S::onduka@purdue.edu::761591c5-9709-4555-bbd4-86467b2e6d37" providerId="AD" clId="Web-{85C636F7-A9E9-8FB5-1461-87593F2C39C5}" dt="2025-01-28T03:44:48.311" v="7"/>
      <pc:docMkLst>
        <pc:docMk/>
      </pc:docMkLst>
      <pc:sldChg chg="modSp">
        <pc:chgData name="Okechukwu Nduka" userId="S::onduka@purdue.edu::761591c5-9709-4555-bbd4-86467b2e6d37" providerId="AD" clId="Web-{85C636F7-A9E9-8FB5-1461-87593F2C39C5}" dt="2025-01-28T03:44:48.311" v="7"/>
        <pc:sldMkLst>
          <pc:docMk/>
          <pc:sldMk cId="2426592814" sldId="320"/>
        </pc:sldMkLst>
        <pc:graphicFrameChg chg="mod modGraphic">
          <ac:chgData name="Okechukwu Nduka" userId="S::onduka@purdue.edu::761591c5-9709-4555-bbd4-86467b2e6d37" providerId="AD" clId="Web-{85C636F7-A9E9-8FB5-1461-87593F2C39C5}" dt="2025-01-28T03:44:48.311" v="7"/>
          <ac:graphicFrameMkLst>
            <pc:docMk/>
            <pc:sldMk cId="2426592814" sldId="320"/>
            <ac:graphicFrameMk id="6" creationId="{1DC55E2F-ADED-5892-9F1F-448BF830FDB6}"/>
          </ac:graphicFrameMkLst>
        </pc:graphicFrameChg>
      </pc:sldChg>
    </pc:docChg>
  </pc:docChgLst>
  <pc:docChgLst>
    <pc:chgData name="Onur Dincol" userId="S::odincol@purdue.edu::4aac5b7b-0dac-4838-9f19-2be492a945fe" providerId="AD" clId="Web-{E279FE95-29F0-EF50-933F-51D1529180FC}"/>
    <pc:docChg chg="modSld">
      <pc:chgData name="Onur Dincol" userId="S::odincol@purdue.edu::4aac5b7b-0dac-4838-9f19-2be492a945fe" providerId="AD" clId="Web-{E279FE95-29F0-EF50-933F-51D1529180FC}" dt="2025-01-29T03:39:58.563" v="1"/>
      <pc:docMkLst>
        <pc:docMk/>
      </pc:docMkLst>
      <pc:sldChg chg="modSp">
        <pc:chgData name="Onur Dincol" userId="S::odincol@purdue.edu::4aac5b7b-0dac-4838-9f19-2be492a945fe" providerId="AD" clId="Web-{E279FE95-29F0-EF50-933F-51D1529180FC}" dt="2025-01-29T03:39:58.563" v="1"/>
        <pc:sldMkLst>
          <pc:docMk/>
          <pc:sldMk cId="2426592814" sldId="320"/>
        </pc:sldMkLst>
        <pc:graphicFrameChg chg="mod modGraphic">
          <ac:chgData name="Onur Dincol" userId="S::odincol@purdue.edu::4aac5b7b-0dac-4838-9f19-2be492a945fe" providerId="AD" clId="Web-{E279FE95-29F0-EF50-933F-51D1529180FC}" dt="2025-01-29T03:39:58.563" v="1"/>
          <ac:graphicFrameMkLst>
            <pc:docMk/>
            <pc:sldMk cId="2426592814" sldId="320"/>
            <ac:graphicFrameMk id="6" creationId="{1DC55E2F-ADED-5892-9F1F-448BF830FDB6}"/>
          </ac:graphicFrameMkLst>
        </pc:graphicFrameChg>
      </pc:sldChg>
    </pc:docChg>
  </pc:docChgLst>
  <pc:docChgLst>
    <pc:chgData name="Austin Watson" userId="S::watso364@purdue.edu::31d1fcba-90a4-421b-a347-1a85e1eed54a" providerId="AD" clId="Web-{A04D948B-FC36-BBDC-E77D-751FF4226864}"/>
    <pc:docChg chg="modSld">
      <pc:chgData name="Austin Watson" userId="S::watso364@purdue.edu::31d1fcba-90a4-421b-a347-1a85e1eed54a" providerId="AD" clId="Web-{A04D948B-FC36-BBDC-E77D-751FF4226864}" dt="2025-01-27T23:12:55.747" v="21"/>
      <pc:docMkLst>
        <pc:docMk/>
      </pc:docMkLst>
      <pc:sldChg chg="modSp">
        <pc:chgData name="Austin Watson" userId="S::watso364@purdue.edu::31d1fcba-90a4-421b-a347-1a85e1eed54a" providerId="AD" clId="Web-{A04D948B-FC36-BBDC-E77D-751FF4226864}" dt="2025-01-27T23:12:55.747" v="21"/>
        <pc:sldMkLst>
          <pc:docMk/>
          <pc:sldMk cId="2426592814" sldId="320"/>
        </pc:sldMkLst>
        <pc:graphicFrameChg chg="mod modGraphic">
          <ac:chgData name="Austin Watson" userId="S::watso364@purdue.edu::31d1fcba-90a4-421b-a347-1a85e1eed54a" providerId="AD" clId="Web-{A04D948B-FC36-BBDC-E77D-751FF4226864}" dt="2025-01-27T23:12:55.747" v="21"/>
          <ac:graphicFrameMkLst>
            <pc:docMk/>
            <pc:sldMk cId="2426592814" sldId="320"/>
            <ac:graphicFrameMk id="6" creationId="{1DC55E2F-ADED-5892-9F1F-448BF830FDB6}"/>
          </ac:graphicFrameMkLst>
        </pc:graphicFrameChg>
      </pc:sldChg>
    </pc:docChg>
  </pc:docChgLst>
  <pc:docChgLst>
    <pc:chgData name="Okechukwu Nduka" userId="S::onduka@purdue.edu::761591c5-9709-4555-bbd4-86467b2e6d37" providerId="AD" clId="Web-{EAB9F667-6271-1F2D-9D8A-69BF29DACB11}"/>
    <pc:docChg chg="modSld">
      <pc:chgData name="Okechukwu Nduka" userId="S::onduka@purdue.edu::761591c5-9709-4555-bbd4-86467b2e6d37" providerId="AD" clId="Web-{EAB9F667-6271-1F2D-9D8A-69BF29DACB11}" dt="2025-01-30T15:18:24.391" v="344" actId="14100"/>
      <pc:docMkLst>
        <pc:docMk/>
      </pc:docMkLst>
      <pc:sldChg chg="addSp delSp modSp mod modClrScheme chgLayout">
        <pc:chgData name="Okechukwu Nduka" userId="S::onduka@purdue.edu::761591c5-9709-4555-bbd4-86467b2e6d37" providerId="AD" clId="Web-{EAB9F667-6271-1F2D-9D8A-69BF29DACB11}" dt="2025-01-30T15:17:36.186" v="341"/>
        <pc:sldMkLst>
          <pc:docMk/>
          <pc:sldMk cId="3276290463" sldId="311"/>
        </pc:sldMkLst>
        <pc:spChg chg="mod">
          <ac:chgData name="Okechukwu Nduka" userId="S::onduka@purdue.edu::761591c5-9709-4555-bbd4-86467b2e6d37" providerId="AD" clId="Web-{EAB9F667-6271-1F2D-9D8A-69BF29DACB11}" dt="2025-01-30T15:17:36.186" v="341"/>
          <ac:spMkLst>
            <pc:docMk/>
            <pc:sldMk cId="3276290463" sldId="311"/>
            <ac:spMk id="2" creationId="{E7770F19-1007-89F9-2BF8-1C2A372B3003}"/>
          </ac:spMkLst>
        </pc:spChg>
        <pc:spChg chg="mod">
          <ac:chgData name="Okechukwu Nduka" userId="S::onduka@purdue.edu::761591c5-9709-4555-bbd4-86467b2e6d37" providerId="AD" clId="Web-{EAB9F667-6271-1F2D-9D8A-69BF29DACB11}" dt="2025-01-30T15:17:36.186" v="341"/>
          <ac:spMkLst>
            <pc:docMk/>
            <pc:sldMk cId="3276290463" sldId="311"/>
            <ac:spMk id="3" creationId="{E6B6621C-6433-03E2-4816-BFEED311D5F0}"/>
          </ac:spMkLst>
        </pc:spChg>
        <pc:spChg chg="add del">
          <ac:chgData name="Okechukwu Nduka" userId="S::onduka@purdue.edu::761591c5-9709-4555-bbd4-86467b2e6d37" providerId="AD" clId="Web-{EAB9F667-6271-1F2D-9D8A-69BF29DACB11}" dt="2025-01-30T15:16:50.590" v="333"/>
          <ac:spMkLst>
            <pc:docMk/>
            <pc:sldMk cId="3276290463" sldId="311"/>
            <ac:spMk id="5" creationId="{488DA498-6DD6-D5BE-7198-C86DE113AA3B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10.732" v="336"/>
          <ac:spMkLst>
            <pc:docMk/>
            <pc:sldMk cId="3276290463" sldId="311"/>
            <ac:spMk id="6" creationId="{B0A34341-6278-5597-9ECF-80EF6E4EED95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10.732" v="336"/>
          <ac:spMkLst>
            <pc:docMk/>
            <pc:sldMk cId="3276290463" sldId="311"/>
            <ac:spMk id="7" creationId="{E4DB6664-9FF5-961C-EBDF-5DE9901E8535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02:00:37.163" v="100"/>
          <ac:spMkLst>
            <pc:docMk/>
            <pc:sldMk cId="3276290463" sldId="311"/>
            <ac:spMk id="9" creationId="{D1B2772C-3591-B899-85A0-3A33BD5028C4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33.701" v="338"/>
          <ac:spMkLst>
            <pc:docMk/>
            <pc:sldMk cId="3276290463" sldId="311"/>
            <ac:spMk id="10" creationId="{518E7880-B26B-42CC-BB74-0A00FF79F9F4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02:00:37.163" v="100"/>
          <ac:spMkLst>
            <pc:docMk/>
            <pc:sldMk cId="3276290463" sldId="311"/>
            <ac:spMk id="11" creationId="{7DE932FD-691F-7E88-8804-E3FB61B36108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33.701" v="338"/>
          <ac:spMkLst>
            <pc:docMk/>
            <pc:sldMk cId="3276290463" sldId="311"/>
            <ac:spMk id="12" creationId="{10D03ED0-7AF3-18B2-BEA3-0A27CBAC919A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36.170" v="340"/>
          <ac:spMkLst>
            <pc:docMk/>
            <pc:sldMk cId="3276290463" sldId="311"/>
            <ac:spMk id="14" creationId="{1E4DE791-4814-D524-8961-B707468D291B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15:17:36.170" v="340"/>
          <ac:spMkLst>
            <pc:docMk/>
            <pc:sldMk cId="3276290463" sldId="311"/>
            <ac:spMk id="15" creationId="{A2DBA0EF-5608-E201-54FB-2797D19E6B66}"/>
          </ac:spMkLst>
        </pc:spChg>
        <pc:spChg chg="add mod">
          <ac:chgData name="Okechukwu Nduka" userId="S::onduka@purdue.edu::761591c5-9709-4555-bbd4-86467b2e6d37" providerId="AD" clId="Web-{EAB9F667-6271-1F2D-9D8A-69BF29DACB11}" dt="2025-01-30T15:17:36.186" v="341"/>
          <ac:spMkLst>
            <pc:docMk/>
            <pc:sldMk cId="3276290463" sldId="311"/>
            <ac:spMk id="17" creationId="{518E7880-B26B-42CC-BB74-0A00FF79F9F4}"/>
          </ac:spMkLst>
        </pc:spChg>
        <pc:spChg chg="add mod">
          <ac:chgData name="Okechukwu Nduka" userId="S::onduka@purdue.edu::761591c5-9709-4555-bbd4-86467b2e6d37" providerId="AD" clId="Web-{EAB9F667-6271-1F2D-9D8A-69BF29DACB11}" dt="2025-01-30T15:17:36.186" v="341"/>
          <ac:spMkLst>
            <pc:docMk/>
            <pc:sldMk cId="3276290463" sldId="311"/>
            <ac:spMk id="18" creationId="{10D03ED0-7AF3-18B2-BEA3-0A27CBAC919A}"/>
          </ac:spMkLst>
        </pc:spChg>
        <pc:picChg chg="add del mod ord">
          <ac:chgData name="Okechukwu Nduka" userId="S::onduka@purdue.edu::761591c5-9709-4555-bbd4-86467b2e6d37" providerId="AD" clId="Web-{EAB9F667-6271-1F2D-9D8A-69BF29DACB11}" dt="2025-01-30T02:00:39.053" v="101"/>
          <ac:picMkLst>
            <pc:docMk/>
            <pc:sldMk cId="3276290463" sldId="311"/>
            <ac:picMk id="4" creationId="{17FCF64F-A6B4-F6AF-1676-076B678DF691}"/>
          </ac:picMkLst>
        </pc:picChg>
        <pc:picChg chg="add mod ord">
          <ac:chgData name="Okechukwu Nduka" userId="S::onduka@purdue.edu::761591c5-9709-4555-bbd4-86467b2e6d37" providerId="AD" clId="Web-{EAB9F667-6271-1F2D-9D8A-69BF29DACB11}" dt="2025-01-30T15:17:36.186" v="341"/>
          <ac:picMkLst>
            <pc:docMk/>
            <pc:sldMk cId="3276290463" sldId="311"/>
            <ac:picMk id="4" creationId="{3ED7852D-59D5-0BBE-03E0-85A1DAB83021}"/>
          </ac:picMkLst>
        </pc:picChg>
      </pc:sldChg>
      <pc:sldChg chg="addSp delSp modSp addAnim delAnim">
        <pc:chgData name="Okechukwu Nduka" userId="S::onduka@purdue.edu::761591c5-9709-4555-bbd4-86467b2e6d37" providerId="AD" clId="Web-{EAB9F667-6271-1F2D-9D8A-69BF29DACB11}" dt="2025-01-30T15:18:24.391" v="344" actId="14100"/>
        <pc:sldMkLst>
          <pc:docMk/>
          <pc:sldMk cId="1091338601" sldId="313"/>
        </pc:sldMkLst>
        <pc:spChg chg="mod">
          <ac:chgData name="Okechukwu Nduka" userId="S::onduka@purdue.edu::761591c5-9709-4555-bbd4-86467b2e6d37" providerId="AD" clId="Web-{EAB9F667-6271-1F2D-9D8A-69BF29DACB11}" dt="2025-01-30T00:46:40.355" v="74" actId="1076"/>
          <ac:spMkLst>
            <pc:docMk/>
            <pc:sldMk cId="1091338601" sldId="313"/>
            <ac:spMk id="2" creationId="{D5680C9D-A27B-6DD1-2224-DF5C678F0761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02:02:16.712" v="103"/>
          <ac:spMkLst>
            <pc:docMk/>
            <pc:sldMk cId="1091338601" sldId="313"/>
            <ac:spMk id="3" creationId="{7526DC2A-5A2E-0072-C7D9-EB3E80470E79}"/>
          </ac:spMkLst>
        </pc:spChg>
        <pc:spChg chg="add del mod">
          <ac:chgData name="Okechukwu Nduka" userId="S::onduka@purdue.edu::761591c5-9709-4555-bbd4-86467b2e6d37" providerId="AD" clId="Web-{EAB9F667-6271-1F2D-9D8A-69BF29DACB11}" dt="2025-01-30T00:39:10.262" v="37"/>
          <ac:spMkLst>
            <pc:docMk/>
            <pc:sldMk cId="1091338601" sldId="313"/>
            <ac:spMk id="4" creationId="{122A774F-1D95-9FB6-AE56-19DBA483EAB4}"/>
          </ac:spMkLst>
        </pc:spChg>
        <pc:spChg chg="mod">
          <ac:chgData name="Okechukwu Nduka" userId="S::onduka@purdue.edu::761591c5-9709-4555-bbd4-86467b2e6d37" providerId="AD" clId="Web-{EAB9F667-6271-1F2D-9D8A-69BF29DACB11}" dt="2025-01-30T15:18:12.344" v="342" actId="14100"/>
          <ac:spMkLst>
            <pc:docMk/>
            <pc:sldMk cId="1091338601" sldId="313"/>
            <ac:spMk id="5" creationId="{1F20F036-0F88-A549-6E05-B226D035A5B6}"/>
          </ac:spMkLst>
        </pc:spChg>
        <pc:picChg chg="add del mod">
          <ac:chgData name="Okechukwu Nduka" userId="S::onduka@purdue.edu::761591c5-9709-4555-bbd4-86467b2e6d37" providerId="AD" clId="Web-{EAB9F667-6271-1F2D-9D8A-69BF29DACB11}" dt="2025-01-30T00:43:24.005" v="66"/>
          <ac:picMkLst>
            <pc:docMk/>
            <pc:sldMk cId="1091338601" sldId="313"/>
            <ac:picMk id="6" creationId="{8D09B10A-ED8E-5F5A-8149-9059839548AC}"/>
          </ac:picMkLst>
        </pc:picChg>
        <pc:picChg chg="add mod">
          <ac:chgData name="Okechukwu Nduka" userId="S::onduka@purdue.edu::761591c5-9709-4555-bbd4-86467b2e6d37" providerId="AD" clId="Web-{EAB9F667-6271-1F2D-9D8A-69BF29DACB11}" dt="2025-01-30T15:18:24.391" v="344" actId="14100"/>
          <ac:picMkLst>
            <pc:docMk/>
            <pc:sldMk cId="1091338601" sldId="313"/>
            <ac:picMk id="7" creationId="{A2C6E8EB-A618-C943-E704-E55D6D5C3AAA}"/>
          </ac:picMkLst>
        </pc:picChg>
      </pc:sldChg>
    </pc:docChg>
  </pc:docChgLst>
  <pc:docChgLst>
    <pc:chgData name="Kunal Ghosh" userId="S::ghosh178@purdue.edu::e399b507-3df8-48a1-8100-af264806a955" providerId="AD" clId="Web-{3EDAE1DD-E1E6-8A63-6E37-CC4C51CEA9FE}"/>
    <pc:docChg chg="modSld">
      <pc:chgData name="Kunal Ghosh" userId="S::ghosh178@purdue.edu::e399b507-3df8-48a1-8100-af264806a955" providerId="AD" clId="Web-{3EDAE1DD-E1E6-8A63-6E37-CC4C51CEA9FE}" dt="2025-01-31T03:41:12.864" v="2"/>
      <pc:docMkLst>
        <pc:docMk/>
      </pc:docMkLst>
      <pc:sldChg chg="modNotes">
        <pc:chgData name="Kunal Ghosh" userId="S::ghosh178@purdue.edu::e399b507-3df8-48a1-8100-af264806a955" providerId="AD" clId="Web-{3EDAE1DD-E1E6-8A63-6E37-CC4C51CEA9FE}" dt="2025-01-31T03:41:12.864" v="2"/>
        <pc:sldMkLst>
          <pc:docMk/>
          <pc:sldMk cId="1680556081" sldId="322"/>
        </pc:sldMkLst>
      </pc:sldChg>
    </pc:docChg>
  </pc:docChgLst>
  <pc:docChgLst>
    <pc:chgData name="Onur Dincol" userId="S::odincol@purdue.edu::4aac5b7b-0dac-4838-9f19-2be492a945fe" providerId="AD" clId="Web-{EA497F68-42AC-75E7-E4D7-9EEB76C24380}"/>
    <pc:docChg chg="modSld">
      <pc:chgData name="Onur Dincol" userId="S::odincol@purdue.edu::4aac5b7b-0dac-4838-9f19-2be492a945fe" providerId="AD" clId="Web-{EA497F68-42AC-75E7-E4D7-9EEB76C24380}" dt="2025-02-02T23:06:26.424" v="57"/>
      <pc:docMkLst>
        <pc:docMk/>
      </pc:docMkLst>
      <pc:sldChg chg="modNotes">
        <pc:chgData name="Onur Dincol" userId="S::odincol@purdue.edu::4aac5b7b-0dac-4838-9f19-2be492a945fe" providerId="AD" clId="Web-{EA497F68-42AC-75E7-E4D7-9EEB76C24380}" dt="2025-02-02T23:06:26.424" v="57"/>
        <pc:sldMkLst>
          <pc:docMk/>
          <pc:sldMk cId="3276290463" sldId="311"/>
        </pc:sldMkLst>
      </pc:sldChg>
    </pc:docChg>
  </pc:docChgLst>
  <pc:docChgLst>
    <pc:chgData name="Kunal Ghosh" userId="S::ghosh178@purdue.edu::e399b507-3df8-48a1-8100-af264806a955" providerId="AD" clId="Web-{C1EF2B7D-EE10-0597-31A6-94B3FF5EB04C}"/>
    <pc:docChg chg="delSld modSld sldOrd">
      <pc:chgData name="Kunal Ghosh" userId="S::ghosh178@purdue.edu::e399b507-3df8-48a1-8100-af264806a955" providerId="AD" clId="Web-{C1EF2B7D-EE10-0597-31A6-94B3FF5EB04C}" dt="2025-01-30T19:16:19.572" v="146"/>
      <pc:docMkLst>
        <pc:docMk/>
      </pc:docMkLst>
      <pc:sldChg chg="delSp modSp">
        <pc:chgData name="Kunal Ghosh" userId="S::ghosh178@purdue.edu::e399b507-3df8-48a1-8100-af264806a955" providerId="AD" clId="Web-{C1EF2B7D-EE10-0597-31A6-94B3FF5EB04C}" dt="2025-01-30T19:12:24.672" v="145"/>
        <pc:sldMkLst>
          <pc:docMk/>
          <pc:sldMk cId="4154997097" sldId="267"/>
        </pc:sldMkLst>
        <pc:spChg chg="mod">
          <ac:chgData name="Kunal Ghosh" userId="S::ghosh178@purdue.edu::e399b507-3df8-48a1-8100-af264806a955" providerId="AD" clId="Web-{C1EF2B7D-EE10-0597-31A6-94B3FF5EB04C}" dt="2025-01-30T19:12:21.063" v="144" actId="20577"/>
          <ac:spMkLst>
            <pc:docMk/>
            <pc:sldMk cId="4154997097" sldId="267"/>
            <ac:spMk id="3" creationId="{5991BF94-59A9-105F-273E-B29E440F2501}"/>
          </ac:spMkLst>
        </pc:spChg>
        <pc:spChg chg="del">
          <ac:chgData name="Kunal Ghosh" userId="S::ghosh178@purdue.edu::e399b507-3df8-48a1-8100-af264806a955" providerId="AD" clId="Web-{C1EF2B7D-EE10-0597-31A6-94B3FF5EB04C}" dt="2025-01-30T19:12:24.672" v="145"/>
          <ac:spMkLst>
            <pc:docMk/>
            <pc:sldMk cId="4154997097" sldId="267"/>
            <ac:spMk id="4" creationId="{65C1FBB2-390D-59A4-F143-EDCF35093773}"/>
          </ac:spMkLst>
        </pc:spChg>
      </pc:sldChg>
      <pc:sldChg chg="modSp ord">
        <pc:chgData name="Kunal Ghosh" userId="S::ghosh178@purdue.edu::e399b507-3df8-48a1-8100-af264806a955" providerId="AD" clId="Web-{C1EF2B7D-EE10-0597-31A6-94B3FF5EB04C}" dt="2025-01-30T19:16:19.572" v="146"/>
        <pc:sldMkLst>
          <pc:docMk/>
          <pc:sldMk cId="2590382412" sldId="307"/>
        </pc:sldMkLst>
        <pc:spChg chg="mod">
          <ac:chgData name="Kunal Ghosh" userId="S::ghosh178@purdue.edu::e399b507-3df8-48a1-8100-af264806a955" providerId="AD" clId="Web-{C1EF2B7D-EE10-0597-31A6-94B3FF5EB04C}" dt="2025-01-30T18:56:03.856" v="87" actId="20577"/>
          <ac:spMkLst>
            <pc:docMk/>
            <pc:sldMk cId="2590382412" sldId="307"/>
            <ac:spMk id="7" creationId="{50F24650-7671-EFCC-4BF4-A4A5664D5DF1}"/>
          </ac:spMkLst>
        </pc:spChg>
      </pc:sldChg>
      <pc:sldChg chg="ord">
        <pc:chgData name="Kunal Ghosh" userId="S::ghosh178@purdue.edu::e399b507-3df8-48a1-8100-af264806a955" providerId="AD" clId="Web-{C1EF2B7D-EE10-0597-31A6-94B3FF5EB04C}" dt="2025-01-30T18:54:28.805" v="61"/>
        <pc:sldMkLst>
          <pc:docMk/>
          <pc:sldMk cId="1056688820" sldId="308"/>
        </pc:sldMkLst>
      </pc:sldChg>
      <pc:sldChg chg="del">
        <pc:chgData name="Kunal Ghosh" userId="S::ghosh178@purdue.edu::e399b507-3df8-48a1-8100-af264806a955" providerId="AD" clId="Web-{C1EF2B7D-EE10-0597-31A6-94B3FF5EB04C}" dt="2025-01-30T18:49:05.965" v="7"/>
        <pc:sldMkLst>
          <pc:docMk/>
          <pc:sldMk cId="468561105" sldId="309"/>
        </pc:sldMkLst>
      </pc:sldChg>
      <pc:sldChg chg="del">
        <pc:chgData name="Kunal Ghosh" userId="S::ghosh178@purdue.edu::e399b507-3df8-48a1-8100-af264806a955" providerId="AD" clId="Web-{C1EF2B7D-EE10-0597-31A6-94B3FF5EB04C}" dt="2025-01-30T18:48:57.684" v="5"/>
        <pc:sldMkLst>
          <pc:docMk/>
          <pc:sldMk cId="2130742392" sldId="314"/>
        </pc:sldMkLst>
      </pc:sldChg>
      <pc:sldChg chg="modSp ord">
        <pc:chgData name="Kunal Ghosh" userId="S::ghosh178@purdue.edu::e399b507-3df8-48a1-8100-af264806a955" providerId="AD" clId="Web-{C1EF2B7D-EE10-0597-31A6-94B3FF5EB04C}" dt="2025-01-30T18:54:46.009" v="62"/>
        <pc:sldMkLst>
          <pc:docMk/>
          <pc:sldMk cId="2503109505" sldId="317"/>
        </pc:sldMkLst>
        <pc:graphicFrameChg chg="mod modGraphic">
          <ac:chgData name="Kunal Ghosh" userId="S::ghosh178@purdue.edu::e399b507-3df8-48a1-8100-af264806a955" providerId="AD" clId="Web-{C1EF2B7D-EE10-0597-31A6-94B3FF5EB04C}" dt="2025-01-30T18:53:57.788" v="57"/>
          <ac:graphicFrameMkLst>
            <pc:docMk/>
            <pc:sldMk cId="2503109505" sldId="317"/>
            <ac:graphicFrameMk id="6" creationId="{59964F31-F5B9-E6C0-F064-AAE6B6CEE6D3}"/>
          </ac:graphicFrameMkLst>
        </pc:graphicFrameChg>
      </pc:sldChg>
      <pc:sldChg chg="del">
        <pc:chgData name="Kunal Ghosh" userId="S::ghosh178@purdue.edu::e399b507-3df8-48a1-8100-af264806a955" providerId="AD" clId="Web-{C1EF2B7D-EE10-0597-31A6-94B3FF5EB04C}" dt="2025-01-30T18:49:00.387" v="6"/>
        <pc:sldMkLst>
          <pc:docMk/>
          <pc:sldMk cId="4123971144" sldId="319"/>
        </pc:sldMkLst>
      </pc:sldChg>
      <pc:sldChg chg="ord">
        <pc:chgData name="Kunal Ghosh" userId="S::ghosh178@purdue.edu::e399b507-3df8-48a1-8100-af264806a955" providerId="AD" clId="Web-{C1EF2B7D-EE10-0597-31A6-94B3FF5EB04C}" dt="2025-01-30T18:54:57.869" v="63"/>
        <pc:sldMkLst>
          <pc:docMk/>
          <pc:sldMk cId="2426592814" sldId="320"/>
        </pc:sldMkLst>
      </pc:sldChg>
      <pc:sldChg chg="ord">
        <pc:chgData name="Kunal Ghosh" userId="S::ghosh178@purdue.edu::e399b507-3df8-48a1-8100-af264806a955" providerId="AD" clId="Web-{C1EF2B7D-EE10-0597-31A6-94B3FF5EB04C}" dt="2025-01-30T18:55:06.807" v="64"/>
        <pc:sldMkLst>
          <pc:docMk/>
          <pc:sldMk cId="3126466637" sldId="321"/>
        </pc:sldMkLst>
      </pc:sldChg>
      <pc:sldChg chg="addSp delSp modSp mod setBg modNotes">
        <pc:chgData name="Kunal Ghosh" userId="S::ghosh178@purdue.edu::e399b507-3df8-48a1-8100-af264806a955" providerId="AD" clId="Web-{C1EF2B7D-EE10-0597-31A6-94B3FF5EB04C}" dt="2025-01-30T19:10:25.184" v="126"/>
        <pc:sldMkLst>
          <pc:docMk/>
          <pc:sldMk cId="1680556081" sldId="322"/>
        </pc:sldMkLst>
        <pc:spChg chg="mod">
          <ac:chgData name="Kunal Ghosh" userId="S::ghosh178@purdue.edu::e399b507-3df8-48a1-8100-af264806a955" providerId="AD" clId="Web-{C1EF2B7D-EE10-0597-31A6-94B3FF5EB04C}" dt="2025-01-30T19:09:22.041" v="111" actId="20577"/>
          <ac:spMkLst>
            <pc:docMk/>
            <pc:sldMk cId="1680556081" sldId="322"/>
            <ac:spMk id="2" creationId="{D5680C9D-A27B-6DD1-2224-DF5C678F0761}"/>
          </ac:spMkLst>
        </pc:spChg>
        <pc:spChg chg="mod">
          <ac:chgData name="Kunal Ghosh" userId="S::ghosh178@purdue.edu::e399b507-3df8-48a1-8100-af264806a955" providerId="AD" clId="Web-{C1EF2B7D-EE10-0597-31A6-94B3FF5EB04C}" dt="2025-01-30T19:09:17.150" v="110" actId="20577"/>
          <ac:spMkLst>
            <pc:docMk/>
            <pc:sldMk cId="1680556081" sldId="322"/>
            <ac:spMk id="3" creationId="{7526DC2A-5A2E-0072-C7D9-EB3E80470E79}"/>
          </ac:spMkLst>
        </pc:spChg>
        <pc:spChg chg="del">
          <ac:chgData name="Kunal Ghosh" userId="S::ghosh178@purdue.edu::e399b507-3df8-48a1-8100-af264806a955" providerId="AD" clId="Web-{C1EF2B7D-EE10-0597-31A6-94B3FF5EB04C}" dt="2025-01-30T19:06:06.237" v="88"/>
          <ac:spMkLst>
            <pc:docMk/>
            <pc:sldMk cId="1680556081" sldId="322"/>
            <ac:spMk id="5" creationId="{1F20F036-0F88-A549-6E05-B226D035A5B6}"/>
          </ac:spMkLst>
        </pc:spChg>
        <pc:spChg chg="add mod">
          <ac:chgData name="Kunal Ghosh" userId="S::ghosh178@purdue.edu::e399b507-3df8-48a1-8100-af264806a955" providerId="AD" clId="Web-{C1EF2B7D-EE10-0597-31A6-94B3FF5EB04C}" dt="2025-01-30T19:10:25.184" v="126"/>
          <ac:spMkLst>
            <pc:docMk/>
            <pc:sldMk cId="1680556081" sldId="322"/>
            <ac:spMk id="6" creationId="{711CA331-DE83-3F47-273F-03EE3A24F969}"/>
          </ac:spMkLst>
        </pc:spChg>
        <pc:picChg chg="add del mod">
          <ac:chgData name="Kunal Ghosh" userId="S::ghosh178@purdue.edu::e399b507-3df8-48a1-8100-af264806a955" providerId="AD" clId="Web-{C1EF2B7D-EE10-0597-31A6-94B3FF5EB04C}" dt="2025-01-30T19:06:29.472" v="90"/>
          <ac:picMkLst>
            <pc:docMk/>
            <pc:sldMk cId="1680556081" sldId="322"/>
            <ac:picMk id="4" creationId="{E799D380-E498-A09C-2B20-1C7C536BCAD1}"/>
          </ac:picMkLst>
        </pc:picChg>
      </pc:sldChg>
    </pc:docChg>
  </pc:docChgLst>
  <pc:docChgLst>
    <pc:chgData name="Kunal Ghosh" userId="S::ghosh178@purdue.edu::e399b507-3df8-48a1-8100-af264806a955" providerId="AD" clId="Web-{192E2295-DD75-12CF-0BAB-7538DAFB2644}"/>
    <pc:docChg chg="modSld">
      <pc:chgData name="Kunal Ghosh" userId="S::ghosh178@purdue.edu::e399b507-3df8-48a1-8100-af264806a955" providerId="AD" clId="Web-{192E2295-DD75-12CF-0BAB-7538DAFB2644}" dt="2025-02-04T03:45:00.339" v="14" actId="14100"/>
      <pc:docMkLst>
        <pc:docMk/>
      </pc:docMkLst>
      <pc:sldChg chg="addSp delSp modSp">
        <pc:chgData name="Kunal Ghosh" userId="S::ghosh178@purdue.edu::e399b507-3df8-48a1-8100-af264806a955" providerId="AD" clId="Web-{192E2295-DD75-12CF-0BAB-7538DAFB2644}" dt="2025-02-04T03:45:00.339" v="14" actId="14100"/>
        <pc:sldMkLst>
          <pc:docMk/>
          <pc:sldMk cId="3035040294" sldId="256"/>
        </pc:sldMkLst>
        <pc:spChg chg="add del mod">
          <ac:chgData name="Kunal Ghosh" userId="S::ghosh178@purdue.edu::e399b507-3df8-48a1-8100-af264806a955" providerId="AD" clId="Web-{192E2295-DD75-12CF-0BAB-7538DAFB2644}" dt="2025-02-04T03:44:24.353" v="3"/>
          <ac:spMkLst>
            <pc:docMk/>
            <pc:sldMk cId="3035040294" sldId="256"/>
            <ac:spMk id="5" creationId="{799B02AA-5E1D-CE80-3DD1-8E02A4A3E470}"/>
          </ac:spMkLst>
        </pc:spChg>
        <pc:spChg chg="add mod">
          <ac:chgData name="Kunal Ghosh" userId="S::ghosh178@purdue.edu::e399b507-3df8-48a1-8100-af264806a955" providerId="AD" clId="Web-{192E2295-DD75-12CF-0BAB-7538DAFB2644}" dt="2025-02-04T03:45:00.339" v="14" actId="14100"/>
          <ac:spMkLst>
            <pc:docMk/>
            <pc:sldMk cId="3035040294" sldId="256"/>
            <ac:spMk id="6" creationId="{4F8D9874-8BAF-D5FD-43CF-2DD363A37852}"/>
          </ac:spMkLst>
        </pc:spChg>
      </pc:sldChg>
    </pc:docChg>
  </pc:docChgLst>
  <pc:docChgLst>
    <pc:chgData name="Austin Watson" userId="S::watso364@purdue.edu::31d1fcba-90a4-421b-a347-1a85e1eed54a" providerId="AD" clId="Web-{976285C4-379B-6417-773B-FB018B7BED41}"/>
    <pc:docChg chg="modSld">
      <pc:chgData name="Austin Watson" userId="S::watso364@purdue.edu::31d1fcba-90a4-421b-a347-1a85e1eed54a" providerId="AD" clId="Web-{976285C4-379B-6417-773B-FB018B7BED41}" dt="2025-01-30T17:13:37.490" v="72" actId="20577"/>
      <pc:docMkLst>
        <pc:docMk/>
      </pc:docMkLst>
      <pc:sldChg chg="addSp delSp modSp mod modClrScheme chgLayout modNotes">
        <pc:chgData name="Austin Watson" userId="S::watso364@purdue.edu::31d1fcba-90a4-421b-a347-1a85e1eed54a" providerId="AD" clId="Web-{976285C4-379B-6417-773B-FB018B7BED41}" dt="2025-01-29T16:27:09.597" v="53"/>
        <pc:sldMkLst>
          <pc:docMk/>
          <pc:sldMk cId="3035040294" sldId="256"/>
        </pc:sldMkLst>
        <pc:spChg chg="mod">
          <ac:chgData name="Austin Watson" userId="S::watso364@purdue.edu::31d1fcba-90a4-421b-a347-1a85e1eed54a" providerId="AD" clId="Web-{976285C4-379B-6417-773B-FB018B7BED41}" dt="2025-01-29T16:17:03.107" v="28"/>
          <ac:spMkLst>
            <pc:docMk/>
            <pc:sldMk cId="3035040294" sldId="256"/>
            <ac:spMk id="2" creationId="{12307E03-5607-C286-502F-896BDDE9B00F}"/>
          </ac:spMkLst>
        </pc:spChg>
        <pc:spChg chg="mod">
          <ac:chgData name="Austin Watson" userId="S::watso364@purdue.edu::31d1fcba-90a4-421b-a347-1a85e1eed54a" providerId="AD" clId="Web-{976285C4-379B-6417-773B-FB018B7BED41}" dt="2025-01-29T16:17:03.107" v="28"/>
          <ac:spMkLst>
            <pc:docMk/>
            <pc:sldMk cId="3035040294" sldId="256"/>
            <ac:spMk id="3" creationId="{477BB108-E67D-2676-75B8-2D4B64BF52A1}"/>
          </ac:spMkLst>
        </pc:spChg>
        <pc:spChg chg="del">
          <ac:chgData name="Austin Watson" userId="S::watso364@purdue.edu::31d1fcba-90a4-421b-a347-1a85e1eed54a" providerId="AD" clId="Web-{976285C4-379B-6417-773B-FB018B7BED41}" dt="2025-01-29T16:11:22.110" v="5"/>
          <ac:spMkLst>
            <pc:docMk/>
            <pc:sldMk cId="3035040294" sldId="256"/>
            <ac:spMk id="5" creationId="{3D6FA525-798E-1068-E77B-631360E37385}"/>
          </ac:spMkLst>
        </pc:spChg>
        <pc:spChg chg="add del mod">
          <ac:chgData name="Austin Watson" userId="S::watso364@purdue.edu::31d1fcba-90a4-421b-a347-1a85e1eed54a" providerId="AD" clId="Web-{976285C4-379B-6417-773B-FB018B7BED41}" dt="2025-01-29T16:17:03.107" v="28"/>
          <ac:spMkLst>
            <pc:docMk/>
            <pc:sldMk cId="3035040294" sldId="256"/>
            <ac:spMk id="9" creationId="{1E18357B-A545-BB85-AD45-5C4B72F76968}"/>
          </ac:spMkLst>
        </pc:spChg>
        <pc:picChg chg="add mod modCrop">
          <ac:chgData name="Austin Watson" userId="S::watso364@purdue.edu::31d1fcba-90a4-421b-a347-1a85e1eed54a" providerId="AD" clId="Web-{976285C4-379B-6417-773B-FB018B7BED41}" dt="2025-01-29T16:17:57.015" v="33" actId="1076"/>
          <ac:picMkLst>
            <pc:docMk/>
            <pc:sldMk cId="3035040294" sldId="256"/>
            <ac:picMk id="4" creationId="{561C2455-007F-76A0-8076-35552CD86C16}"/>
          </ac:picMkLst>
        </pc:picChg>
      </pc:sldChg>
      <pc:sldChg chg="modSp">
        <pc:chgData name="Austin Watson" userId="S::watso364@purdue.edu::31d1fcba-90a4-421b-a347-1a85e1eed54a" providerId="AD" clId="Web-{976285C4-379B-6417-773B-FB018B7BED41}" dt="2025-01-30T17:13:37.490" v="72" actId="20577"/>
        <pc:sldMkLst>
          <pc:docMk/>
          <pc:sldMk cId="468561105" sldId="309"/>
        </pc:sldMkLst>
        <pc:spChg chg="mod">
          <ac:chgData name="Austin Watson" userId="S::watso364@purdue.edu::31d1fcba-90a4-421b-a347-1a85e1eed54a" providerId="AD" clId="Web-{976285C4-379B-6417-773B-FB018B7BED41}" dt="2025-01-30T17:13:37.490" v="72" actId="20577"/>
          <ac:spMkLst>
            <pc:docMk/>
            <pc:sldMk cId="468561105" sldId="309"/>
            <ac:spMk id="3" creationId="{60634B81-13E9-1D87-6C36-1E699F921500}"/>
          </ac:spMkLst>
        </pc:spChg>
      </pc:sldChg>
    </pc:docChg>
  </pc:docChgLst>
  <pc:docChgLst>
    <pc:chgData name="Onur Dincol" userId="S::odincol@purdue.edu::4aac5b7b-0dac-4838-9f19-2be492a945fe" providerId="AD" clId="Web-{3D410DF6-77A0-F0E4-0AE1-50D7E4087896}"/>
    <pc:docChg chg="modSld">
      <pc:chgData name="Onur Dincol" userId="S::odincol@purdue.edu::4aac5b7b-0dac-4838-9f19-2be492a945fe" providerId="AD" clId="Web-{3D410DF6-77A0-F0E4-0AE1-50D7E4087896}" dt="2025-01-30T19:01:26.653" v="0"/>
      <pc:docMkLst>
        <pc:docMk/>
      </pc:docMkLst>
      <pc:sldChg chg="delSp">
        <pc:chgData name="Onur Dincol" userId="S::odincol@purdue.edu::4aac5b7b-0dac-4838-9f19-2be492a945fe" providerId="AD" clId="Web-{3D410DF6-77A0-F0E4-0AE1-50D7E4087896}" dt="2025-01-30T19:01:26.653" v="0"/>
        <pc:sldMkLst>
          <pc:docMk/>
          <pc:sldMk cId="3276290463" sldId="311"/>
        </pc:sldMkLst>
        <pc:spChg chg="del">
          <ac:chgData name="Onur Dincol" userId="S::odincol@purdue.edu::4aac5b7b-0dac-4838-9f19-2be492a945fe" providerId="AD" clId="Web-{3D410DF6-77A0-F0E4-0AE1-50D7E4087896}" dt="2025-01-30T19:01:26.653" v="0"/>
          <ac:spMkLst>
            <pc:docMk/>
            <pc:sldMk cId="3276290463" sldId="311"/>
            <ac:spMk id="17" creationId="{518E7880-B26B-42CC-BB74-0A00FF79F9F4}"/>
          </ac:spMkLst>
        </pc:spChg>
      </pc:sldChg>
    </pc:docChg>
  </pc:docChgLst>
  <pc:docChgLst>
    <pc:chgData name="Kunal Ghosh" userId="S::ghosh178@purdue.edu::e399b507-3df8-48a1-8100-af264806a955" providerId="AD" clId="Web-{3DDF9D78-2A96-51EC-121A-2A48D942812B}"/>
    <pc:docChg chg="addSld delSld modSld">
      <pc:chgData name="Kunal Ghosh" userId="S::ghosh178@purdue.edu::e399b507-3df8-48a1-8100-af264806a955" providerId="AD" clId="Web-{3DDF9D78-2A96-51EC-121A-2A48D942812B}" dt="2025-01-24T15:35:28.954" v="61"/>
      <pc:docMkLst>
        <pc:docMk/>
      </pc:docMkLst>
      <pc:sldChg chg="del">
        <pc:chgData name="Kunal Ghosh" userId="S::ghosh178@purdue.edu::e399b507-3df8-48a1-8100-af264806a955" providerId="AD" clId="Web-{3DDF9D78-2A96-51EC-121A-2A48D942812B}" dt="2025-01-24T15:35:28.954" v="61"/>
        <pc:sldMkLst>
          <pc:docMk/>
          <pc:sldMk cId="4144218707" sldId="312"/>
        </pc:sldMkLst>
      </pc:sldChg>
      <pc:sldChg chg="modSp">
        <pc:chgData name="Kunal Ghosh" userId="S::ghosh178@purdue.edu::e399b507-3df8-48a1-8100-af264806a955" providerId="AD" clId="Web-{3DDF9D78-2A96-51EC-121A-2A48D942812B}" dt="2025-01-24T15:35:25.939" v="60" actId="20577"/>
        <pc:sldMkLst>
          <pc:docMk/>
          <pc:sldMk cId="1091338601" sldId="313"/>
        </pc:sldMkLst>
        <pc:spChg chg="mod">
          <ac:chgData name="Kunal Ghosh" userId="S::ghosh178@purdue.edu::e399b507-3df8-48a1-8100-af264806a955" providerId="AD" clId="Web-{3DDF9D78-2A96-51EC-121A-2A48D942812B}" dt="2025-01-24T15:35:25.939" v="60" actId="20577"/>
          <ac:spMkLst>
            <pc:docMk/>
            <pc:sldMk cId="1091338601" sldId="313"/>
            <ac:spMk id="2" creationId="{D5680C9D-A27B-6DD1-2224-DF5C678F0761}"/>
          </ac:spMkLst>
        </pc:spChg>
      </pc:sldChg>
      <pc:sldChg chg="modSp">
        <pc:chgData name="Kunal Ghosh" userId="S::ghosh178@purdue.edu::e399b507-3df8-48a1-8100-af264806a955" providerId="AD" clId="Web-{3DDF9D78-2A96-51EC-121A-2A48D942812B}" dt="2025-01-24T15:34:22.655" v="57"/>
        <pc:sldMkLst>
          <pc:docMk/>
          <pc:sldMk cId="2503109505" sldId="317"/>
        </pc:sldMkLst>
        <pc:graphicFrameChg chg="mod modGraphic">
          <ac:chgData name="Kunal Ghosh" userId="S::ghosh178@purdue.edu::e399b507-3df8-48a1-8100-af264806a955" providerId="AD" clId="Web-{3DDF9D78-2A96-51EC-121A-2A48D942812B}" dt="2025-01-24T15:34:22.655" v="57"/>
          <ac:graphicFrameMkLst>
            <pc:docMk/>
            <pc:sldMk cId="2503109505" sldId="317"/>
            <ac:graphicFrameMk id="6" creationId="{59964F31-F5B9-E6C0-F064-AAE6B6CEE6D3}"/>
          </ac:graphicFrameMkLst>
        </pc:graphicFrameChg>
      </pc:sldChg>
      <pc:sldChg chg="add replId">
        <pc:chgData name="Kunal Ghosh" userId="S::ghosh178@purdue.edu::e399b507-3df8-48a1-8100-af264806a955" providerId="AD" clId="Web-{3DDF9D78-2A96-51EC-121A-2A48D942812B}" dt="2025-01-24T15:35:18.220" v="58"/>
        <pc:sldMkLst>
          <pc:docMk/>
          <pc:sldMk cId="1680556081" sldId="322"/>
        </pc:sldMkLst>
      </pc:sldChg>
    </pc:docChg>
  </pc:docChgLst>
  <pc:docChgLst>
    <pc:chgData name="Kunal Ghosh" userId="S::ghosh178@purdue.edu::e399b507-3df8-48a1-8100-af264806a955" providerId="AD" clId="Web-{622F45C2-AC2B-544D-6491-384DB0BCA4CA}"/>
    <pc:docChg chg="modSld">
      <pc:chgData name="Kunal Ghosh" userId="S::ghosh178@purdue.edu::e399b507-3df8-48a1-8100-af264806a955" providerId="AD" clId="Web-{622F45C2-AC2B-544D-6491-384DB0BCA4CA}" dt="2025-02-04T04:59:56.840" v="4"/>
      <pc:docMkLst>
        <pc:docMk/>
      </pc:docMkLst>
      <pc:sldChg chg="modSp">
        <pc:chgData name="Kunal Ghosh" userId="S::ghosh178@purdue.edu::e399b507-3df8-48a1-8100-af264806a955" providerId="AD" clId="Web-{622F45C2-AC2B-544D-6491-384DB0BCA4CA}" dt="2025-02-04T04:59:44.121" v="2" actId="20577"/>
        <pc:sldMkLst>
          <pc:docMk/>
          <pc:sldMk cId="3035040294" sldId="256"/>
        </pc:sldMkLst>
        <pc:spChg chg="mod">
          <ac:chgData name="Kunal Ghosh" userId="S::ghosh178@purdue.edu::e399b507-3df8-48a1-8100-af264806a955" providerId="AD" clId="Web-{622F45C2-AC2B-544D-6491-384DB0BCA4CA}" dt="2025-02-04T04:59:44.121" v="2" actId="20577"/>
          <ac:spMkLst>
            <pc:docMk/>
            <pc:sldMk cId="3035040294" sldId="256"/>
            <ac:spMk id="6" creationId="{4F8D9874-8BAF-D5FD-43CF-2DD363A37852}"/>
          </ac:spMkLst>
        </pc:spChg>
      </pc:sldChg>
      <pc:sldChg chg="addSp">
        <pc:chgData name="Kunal Ghosh" userId="S::ghosh178@purdue.edu::e399b507-3df8-48a1-8100-af264806a955" providerId="AD" clId="Web-{622F45C2-AC2B-544D-6491-384DB0BCA4CA}" dt="2025-02-04T04:59:53.902" v="3"/>
        <pc:sldMkLst>
          <pc:docMk/>
          <pc:sldMk cId="3276290463" sldId="311"/>
        </pc:sldMkLst>
        <pc:spChg chg="add">
          <ac:chgData name="Kunal Ghosh" userId="S::ghosh178@purdue.edu::e399b507-3df8-48a1-8100-af264806a955" providerId="AD" clId="Web-{622F45C2-AC2B-544D-6491-384DB0BCA4CA}" dt="2025-02-04T04:59:53.902" v="3"/>
          <ac:spMkLst>
            <pc:docMk/>
            <pc:sldMk cId="3276290463" sldId="311"/>
            <ac:spMk id="6" creationId="{E2333569-0506-53B2-8169-6D1BD4584189}"/>
          </ac:spMkLst>
        </pc:spChg>
      </pc:sldChg>
      <pc:sldChg chg="addSp">
        <pc:chgData name="Kunal Ghosh" userId="S::ghosh178@purdue.edu::e399b507-3df8-48a1-8100-af264806a955" providerId="AD" clId="Web-{622F45C2-AC2B-544D-6491-384DB0BCA4CA}" dt="2025-02-04T04:59:56.840" v="4"/>
        <pc:sldMkLst>
          <pc:docMk/>
          <pc:sldMk cId="1091338601" sldId="313"/>
        </pc:sldMkLst>
        <pc:spChg chg="add">
          <ac:chgData name="Kunal Ghosh" userId="S::ghosh178@purdue.edu::e399b507-3df8-48a1-8100-af264806a955" providerId="AD" clId="Web-{622F45C2-AC2B-544D-6491-384DB0BCA4CA}" dt="2025-02-04T04:59:56.840" v="4"/>
          <ac:spMkLst>
            <pc:docMk/>
            <pc:sldMk cId="1091338601" sldId="313"/>
            <ac:spMk id="4" creationId="{365F3C69-1A79-72E0-2671-B3CD06CE40AC}"/>
          </ac:spMkLst>
        </pc:spChg>
      </pc:sldChg>
    </pc:docChg>
  </pc:docChgLst>
  <pc:docChgLst>
    <pc:chgData name="Kunal Ghosh" userId="c7d400ffb3130a3a" providerId="LiveId" clId="{692C3EC6-B3C2-43D0-ADE5-E8296C5B605E}"/>
    <pc:docChg chg="undo redo custSel addSld delSld modSld sldOrd">
      <pc:chgData name="Kunal Ghosh" userId="c7d400ffb3130a3a" providerId="LiveId" clId="{692C3EC6-B3C2-43D0-ADE5-E8296C5B605E}" dt="2025-01-24T15:12:21.632" v="2765" actId="20577"/>
      <pc:docMkLst>
        <pc:docMk/>
      </pc:docMkLst>
      <pc:sldChg chg="addSp delSp modSp mod ord modClrScheme modAnim chgLayout">
        <pc:chgData name="Kunal Ghosh" userId="c7d400ffb3130a3a" providerId="LiveId" clId="{692C3EC6-B3C2-43D0-ADE5-E8296C5B605E}" dt="2025-01-22T09:54:40.889" v="1119" actId="27636"/>
        <pc:sldMkLst>
          <pc:docMk/>
          <pc:sldMk cId="3035040294" sldId="256"/>
        </pc:sldMkLst>
        <pc:spChg chg="mod ord">
          <ac:chgData name="Kunal Ghosh" userId="c7d400ffb3130a3a" providerId="LiveId" clId="{692C3EC6-B3C2-43D0-ADE5-E8296C5B605E}" dt="2025-01-22T09:54:40.889" v="1119" actId="27636"/>
          <ac:spMkLst>
            <pc:docMk/>
            <pc:sldMk cId="3035040294" sldId="256"/>
            <ac:spMk id="2" creationId="{12307E03-5607-C286-502F-896BDDE9B00F}"/>
          </ac:spMkLst>
        </pc:spChg>
        <pc:spChg chg="mod ord">
          <ac:chgData name="Kunal Ghosh" userId="c7d400ffb3130a3a" providerId="LiveId" clId="{692C3EC6-B3C2-43D0-ADE5-E8296C5B605E}" dt="2025-01-22T09:54:40.873" v="1118" actId="700"/>
          <ac:spMkLst>
            <pc:docMk/>
            <pc:sldMk cId="3035040294" sldId="256"/>
            <ac:spMk id="3" creationId="{477BB108-E67D-2676-75B8-2D4B64BF52A1}"/>
          </ac:spMkLst>
        </pc:spChg>
        <pc:spChg chg="add mod ord">
          <ac:chgData name="Kunal Ghosh" userId="c7d400ffb3130a3a" providerId="LiveId" clId="{692C3EC6-B3C2-43D0-ADE5-E8296C5B605E}" dt="2025-01-22T09:54:40.873" v="1118" actId="700"/>
          <ac:spMkLst>
            <pc:docMk/>
            <pc:sldMk cId="3035040294" sldId="256"/>
            <ac:spMk id="5" creationId="{3D6FA525-798E-1068-E77B-631360E37385}"/>
          </ac:spMkLst>
        </pc:spChg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361594818" sldId="257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3666090097" sldId="258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932748493" sldId="259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870390396" sldId="260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4010976476" sldId="262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1119801829" sldId="266"/>
        </pc:sldMkLst>
      </pc:sldChg>
      <pc:sldChg chg="addSp delSp modSp mod">
        <pc:chgData name="Kunal Ghosh" userId="c7d400ffb3130a3a" providerId="LiveId" clId="{692C3EC6-B3C2-43D0-ADE5-E8296C5B605E}" dt="2025-01-22T09:58:49.240" v="1180" actId="403"/>
        <pc:sldMkLst>
          <pc:docMk/>
          <pc:sldMk cId="4154997097" sldId="267"/>
        </pc:sldMkLst>
        <pc:spChg chg="mod">
          <ac:chgData name="Kunal Ghosh" userId="c7d400ffb3130a3a" providerId="LiveId" clId="{692C3EC6-B3C2-43D0-ADE5-E8296C5B605E}" dt="2025-01-22T09:58:49.240" v="1180" actId="403"/>
          <ac:spMkLst>
            <pc:docMk/>
            <pc:sldMk cId="4154997097" sldId="267"/>
            <ac:spMk id="2" creationId="{44DF09A7-CF48-9701-322A-A0BBD1C2F6CD}"/>
          </ac:spMkLst>
        </pc:spChg>
        <pc:spChg chg="mod">
          <ac:chgData name="Kunal Ghosh" userId="c7d400ffb3130a3a" providerId="LiveId" clId="{692C3EC6-B3C2-43D0-ADE5-E8296C5B605E}" dt="2025-01-22T09:57:36.621" v="1177" actId="20577"/>
          <ac:spMkLst>
            <pc:docMk/>
            <pc:sldMk cId="4154997097" sldId="267"/>
            <ac:spMk id="3" creationId="{5991BF94-59A9-105F-273E-B29E440F2501}"/>
          </ac:spMkLst>
        </pc:spChg>
        <pc:spChg chg="add mod">
          <ac:chgData name="Kunal Ghosh" userId="c7d400ffb3130a3a" providerId="LiveId" clId="{692C3EC6-B3C2-43D0-ADE5-E8296C5B605E}" dt="2025-01-22T06:20:52.941" v="354" actId="5793"/>
          <ac:spMkLst>
            <pc:docMk/>
            <pc:sldMk cId="4154997097" sldId="267"/>
            <ac:spMk id="4" creationId="{65C1FBB2-390D-59A4-F143-EDCF35093773}"/>
          </ac:spMkLst>
        </pc:spChg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4251855305" sldId="268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1404612451" sldId="269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396541706" sldId="270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790469898" sldId="273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846219069" sldId="274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3510770798" sldId="275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617692043" sldId="280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618194783" sldId="283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344562826" sldId="295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236811927" sldId="297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4250242302" sldId="298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3491471171" sldId="300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1787866221" sldId="302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1363357115" sldId="304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867573655" sldId="305"/>
        </pc:sldMkLst>
      </pc:sldChg>
      <pc:sldChg chg="mod modShow">
        <pc:chgData name="Kunal Ghosh" userId="c7d400ffb3130a3a" providerId="LiveId" clId="{692C3EC6-B3C2-43D0-ADE5-E8296C5B605E}" dt="2025-01-24T05:23:54.055" v="2123" actId="729"/>
        <pc:sldMkLst>
          <pc:docMk/>
          <pc:sldMk cId="206645986" sldId="306"/>
        </pc:sldMkLst>
      </pc:sldChg>
      <pc:sldChg chg="new del">
        <pc:chgData name="Kunal Ghosh" userId="c7d400ffb3130a3a" providerId="LiveId" clId="{692C3EC6-B3C2-43D0-ADE5-E8296C5B605E}" dt="2025-01-22T04:56:07.238" v="59" actId="680"/>
        <pc:sldMkLst>
          <pc:docMk/>
          <pc:sldMk cId="2566284471" sldId="307"/>
        </pc:sldMkLst>
      </pc:sldChg>
      <pc:sldChg chg="addSp delSp modSp new mod ord modClrScheme chgLayout">
        <pc:chgData name="Kunal Ghosh" userId="c7d400ffb3130a3a" providerId="LiveId" clId="{692C3EC6-B3C2-43D0-ADE5-E8296C5B605E}" dt="2025-01-24T15:05:05.314" v="2616" actId="27636"/>
        <pc:sldMkLst>
          <pc:docMk/>
          <pc:sldMk cId="2590382412" sldId="307"/>
        </pc:sldMkLst>
        <pc:spChg chg="mod ord">
          <ac:chgData name="Kunal Ghosh" userId="c7d400ffb3130a3a" providerId="LiveId" clId="{692C3EC6-B3C2-43D0-ADE5-E8296C5B605E}" dt="2025-01-22T04:56:24.480" v="61" actId="700"/>
          <ac:spMkLst>
            <pc:docMk/>
            <pc:sldMk cId="2590382412" sldId="307"/>
            <ac:spMk id="5" creationId="{34F7F67E-8CCE-4B8F-5679-37B397619607}"/>
          </ac:spMkLst>
        </pc:spChg>
        <pc:spChg chg="add mod ord">
          <ac:chgData name="Kunal Ghosh" userId="c7d400ffb3130a3a" providerId="LiveId" clId="{692C3EC6-B3C2-43D0-ADE5-E8296C5B605E}" dt="2025-01-22T04:56:30.818" v="71" actId="20577"/>
          <ac:spMkLst>
            <pc:docMk/>
            <pc:sldMk cId="2590382412" sldId="307"/>
            <ac:spMk id="6" creationId="{6F43D9DE-5F85-C0EB-480D-2BE677DD92F3}"/>
          </ac:spMkLst>
        </pc:spChg>
        <pc:spChg chg="add mod ord">
          <ac:chgData name="Kunal Ghosh" userId="c7d400ffb3130a3a" providerId="LiveId" clId="{692C3EC6-B3C2-43D0-ADE5-E8296C5B605E}" dt="2025-01-24T15:05:05.314" v="2616" actId="27636"/>
          <ac:spMkLst>
            <pc:docMk/>
            <pc:sldMk cId="2590382412" sldId="307"/>
            <ac:spMk id="7" creationId="{50F24650-7671-EFCC-4BF4-A4A5664D5DF1}"/>
          </ac:spMkLst>
        </pc:spChg>
        <pc:spChg chg="add mod ord">
          <ac:chgData name="Kunal Ghosh" userId="c7d400ffb3130a3a" providerId="LiveId" clId="{692C3EC6-B3C2-43D0-ADE5-E8296C5B605E}" dt="2025-01-22T04:56:24.480" v="61" actId="700"/>
          <ac:spMkLst>
            <pc:docMk/>
            <pc:sldMk cId="2590382412" sldId="307"/>
            <ac:spMk id="8" creationId="{D8F70B73-085D-687F-DAF4-3E2C4A2DE435}"/>
          </ac:spMkLst>
        </pc:spChg>
      </pc:sldChg>
      <pc:sldChg chg="new del">
        <pc:chgData name="Kunal Ghosh" userId="c7d400ffb3130a3a" providerId="LiveId" clId="{692C3EC6-B3C2-43D0-ADE5-E8296C5B605E}" dt="2025-01-22T04:55:58.903" v="55" actId="680"/>
        <pc:sldMkLst>
          <pc:docMk/>
          <pc:sldMk cId="2738230894" sldId="307"/>
        </pc:sldMkLst>
      </pc:sldChg>
      <pc:sldChg chg="new del">
        <pc:chgData name="Kunal Ghosh" userId="c7d400ffb3130a3a" providerId="LiveId" clId="{692C3EC6-B3C2-43D0-ADE5-E8296C5B605E}" dt="2025-01-22T04:56:02.453" v="57" actId="680"/>
        <pc:sldMkLst>
          <pc:docMk/>
          <pc:sldMk cId="3076627410" sldId="307"/>
        </pc:sldMkLst>
      </pc:sldChg>
      <pc:sldChg chg="modSp new mod ord">
        <pc:chgData name="Kunal Ghosh" userId="c7d400ffb3130a3a" providerId="LiveId" clId="{692C3EC6-B3C2-43D0-ADE5-E8296C5B605E}" dt="2025-01-24T05:05:35.534" v="1760" actId="20577"/>
        <pc:sldMkLst>
          <pc:docMk/>
          <pc:sldMk cId="1056688820" sldId="308"/>
        </pc:sldMkLst>
        <pc:spChg chg="mod">
          <ac:chgData name="Kunal Ghosh" userId="c7d400ffb3130a3a" providerId="LiveId" clId="{692C3EC6-B3C2-43D0-ADE5-E8296C5B605E}" dt="2025-01-24T05:05:35.534" v="1760" actId="20577"/>
          <ac:spMkLst>
            <pc:docMk/>
            <pc:sldMk cId="1056688820" sldId="308"/>
            <ac:spMk id="3" creationId="{5EEFEA8C-E8CC-AA75-8C98-FF5322E175B3}"/>
          </ac:spMkLst>
        </pc:spChg>
        <pc:spChg chg="mod">
          <ac:chgData name="Kunal Ghosh" userId="c7d400ffb3130a3a" providerId="LiveId" clId="{692C3EC6-B3C2-43D0-ADE5-E8296C5B605E}" dt="2025-01-22T04:59:28.784" v="155" actId="20577"/>
          <ac:spMkLst>
            <pc:docMk/>
            <pc:sldMk cId="1056688820" sldId="308"/>
            <ac:spMk id="4" creationId="{2B76F690-BC93-78DE-5DF9-0177449B926B}"/>
          </ac:spMkLst>
        </pc:spChg>
      </pc:sldChg>
      <pc:sldChg chg="modSp new mod">
        <pc:chgData name="Kunal Ghosh" userId="c7d400ffb3130a3a" providerId="LiveId" clId="{692C3EC6-B3C2-43D0-ADE5-E8296C5B605E}" dt="2025-01-22T05:01:25.484" v="268" actId="20577"/>
        <pc:sldMkLst>
          <pc:docMk/>
          <pc:sldMk cId="468561105" sldId="309"/>
        </pc:sldMkLst>
        <pc:spChg chg="mod">
          <ac:chgData name="Kunal Ghosh" userId="c7d400ffb3130a3a" providerId="LiveId" clId="{692C3EC6-B3C2-43D0-ADE5-E8296C5B605E}" dt="2025-01-22T05:01:25.484" v="268" actId="20577"/>
          <ac:spMkLst>
            <pc:docMk/>
            <pc:sldMk cId="468561105" sldId="309"/>
            <ac:spMk id="3" creationId="{60634B81-13E9-1D87-6C36-1E699F921500}"/>
          </ac:spMkLst>
        </pc:spChg>
        <pc:spChg chg="mod">
          <ac:chgData name="Kunal Ghosh" userId="c7d400ffb3130a3a" providerId="LiveId" clId="{692C3EC6-B3C2-43D0-ADE5-E8296C5B605E}" dt="2025-01-22T05:01:01.654" v="202" actId="20577"/>
          <ac:spMkLst>
            <pc:docMk/>
            <pc:sldMk cId="468561105" sldId="309"/>
            <ac:spMk id="4" creationId="{02F59A58-5829-29EB-F801-EA2300AA2F2F}"/>
          </ac:spMkLst>
        </pc:spChg>
      </pc:sldChg>
      <pc:sldChg chg="add mod modShow">
        <pc:chgData name="Kunal Ghosh" userId="c7d400ffb3130a3a" providerId="LiveId" clId="{692C3EC6-B3C2-43D0-ADE5-E8296C5B605E}" dt="2025-01-24T05:23:54.055" v="2123" actId="729"/>
        <pc:sldMkLst>
          <pc:docMk/>
          <pc:sldMk cId="3950440284" sldId="310"/>
        </pc:sldMkLst>
      </pc:sldChg>
      <pc:sldChg chg="modSp add mod modAnim">
        <pc:chgData name="Kunal Ghosh" userId="c7d400ffb3130a3a" providerId="LiveId" clId="{692C3EC6-B3C2-43D0-ADE5-E8296C5B605E}" dt="2025-01-22T09:55:22.858" v="1135" actId="20577"/>
        <pc:sldMkLst>
          <pc:docMk/>
          <pc:sldMk cId="3276290463" sldId="311"/>
        </pc:sldMkLst>
        <pc:spChg chg="mod">
          <ac:chgData name="Kunal Ghosh" userId="c7d400ffb3130a3a" providerId="LiveId" clId="{692C3EC6-B3C2-43D0-ADE5-E8296C5B605E}" dt="2025-01-22T09:55:12.882" v="1121"/>
          <ac:spMkLst>
            <pc:docMk/>
            <pc:sldMk cId="3276290463" sldId="311"/>
            <ac:spMk id="2" creationId="{E7770F19-1007-89F9-2BF8-1C2A372B3003}"/>
          </ac:spMkLst>
        </pc:spChg>
        <pc:spChg chg="mod">
          <ac:chgData name="Kunal Ghosh" userId="c7d400ffb3130a3a" providerId="LiveId" clId="{692C3EC6-B3C2-43D0-ADE5-E8296C5B605E}" dt="2025-01-22T09:55:22.858" v="1135" actId="20577"/>
          <ac:spMkLst>
            <pc:docMk/>
            <pc:sldMk cId="3276290463" sldId="311"/>
            <ac:spMk id="3" creationId="{E6B6621C-6433-03E2-4816-BFEED311D5F0}"/>
          </ac:spMkLst>
        </pc:spChg>
      </pc:sldChg>
      <pc:sldChg chg="modSp add mod modAnim">
        <pc:chgData name="Kunal Ghosh" userId="c7d400ffb3130a3a" providerId="LiveId" clId="{692C3EC6-B3C2-43D0-ADE5-E8296C5B605E}" dt="2025-01-24T15:02:58.818" v="2601" actId="6549"/>
        <pc:sldMkLst>
          <pc:docMk/>
          <pc:sldMk cId="4144218707" sldId="312"/>
        </pc:sldMkLst>
        <pc:spChg chg="mod">
          <ac:chgData name="Kunal Ghosh" userId="c7d400ffb3130a3a" providerId="LiveId" clId="{692C3EC6-B3C2-43D0-ADE5-E8296C5B605E}" dt="2025-01-22T09:56:03.634" v="1148" actId="20577"/>
          <ac:spMkLst>
            <pc:docMk/>
            <pc:sldMk cId="4144218707" sldId="312"/>
            <ac:spMk id="2" creationId="{6A87225C-1A6E-E009-4F54-4D0EEAC80AB2}"/>
          </ac:spMkLst>
        </pc:spChg>
        <pc:spChg chg="mod">
          <ac:chgData name="Kunal Ghosh" userId="c7d400ffb3130a3a" providerId="LiveId" clId="{692C3EC6-B3C2-43D0-ADE5-E8296C5B605E}" dt="2025-01-24T15:02:58.818" v="2601" actId="6549"/>
          <ac:spMkLst>
            <pc:docMk/>
            <pc:sldMk cId="4144218707" sldId="312"/>
            <ac:spMk id="3" creationId="{C23150DA-484F-3F21-C6FF-5604958E3C2E}"/>
          </ac:spMkLst>
        </pc:spChg>
      </pc:sldChg>
      <pc:sldChg chg="modSp add mod modAnim">
        <pc:chgData name="Kunal Ghosh" userId="c7d400ffb3130a3a" providerId="LiveId" clId="{692C3EC6-B3C2-43D0-ADE5-E8296C5B605E}" dt="2025-01-24T15:03:07.490" v="2609" actId="20577"/>
        <pc:sldMkLst>
          <pc:docMk/>
          <pc:sldMk cId="1091338601" sldId="313"/>
        </pc:sldMkLst>
        <pc:spChg chg="mod">
          <ac:chgData name="Kunal Ghosh" userId="c7d400ffb3130a3a" providerId="LiveId" clId="{692C3EC6-B3C2-43D0-ADE5-E8296C5B605E}" dt="2025-01-22T09:56:12.480" v="1153" actId="20577"/>
          <ac:spMkLst>
            <pc:docMk/>
            <pc:sldMk cId="1091338601" sldId="313"/>
            <ac:spMk id="2" creationId="{D5680C9D-A27B-6DD1-2224-DF5C678F0761}"/>
          </ac:spMkLst>
        </pc:spChg>
        <pc:spChg chg="mod">
          <ac:chgData name="Kunal Ghosh" userId="c7d400ffb3130a3a" providerId="LiveId" clId="{692C3EC6-B3C2-43D0-ADE5-E8296C5B605E}" dt="2025-01-24T15:03:07.490" v="2609" actId="20577"/>
          <ac:spMkLst>
            <pc:docMk/>
            <pc:sldMk cId="1091338601" sldId="313"/>
            <ac:spMk id="3" creationId="{7526DC2A-5A2E-0072-C7D9-EB3E80470E79}"/>
          </ac:spMkLst>
        </pc:spChg>
      </pc:sldChg>
      <pc:sldChg chg="modSp add mod modAnim">
        <pc:chgData name="Kunal Ghosh" userId="c7d400ffb3130a3a" providerId="LiveId" clId="{692C3EC6-B3C2-43D0-ADE5-E8296C5B605E}" dt="2025-01-22T09:56:57.639" v="1170"/>
        <pc:sldMkLst>
          <pc:docMk/>
          <pc:sldMk cId="2130742392" sldId="314"/>
        </pc:sldMkLst>
        <pc:spChg chg="mod">
          <ac:chgData name="Kunal Ghosh" userId="c7d400ffb3130a3a" providerId="LiveId" clId="{692C3EC6-B3C2-43D0-ADE5-E8296C5B605E}" dt="2025-01-22T09:56:31.701" v="1167" actId="20577"/>
          <ac:spMkLst>
            <pc:docMk/>
            <pc:sldMk cId="2130742392" sldId="314"/>
            <ac:spMk id="2" creationId="{D2B903A7-037B-193B-6A5B-265E5E89483A}"/>
          </ac:spMkLst>
        </pc:spChg>
        <pc:spChg chg="mod">
          <ac:chgData name="Kunal Ghosh" userId="c7d400ffb3130a3a" providerId="LiveId" clId="{692C3EC6-B3C2-43D0-ADE5-E8296C5B605E}" dt="2025-01-22T09:56:57.639" v="1170"/>
          <ac:spMkLst>
            <pc:docMk/>
            <pc:sldMk cId="2130742392" sldId="314"/>
            <ac:spMk id="3" creationId="{D96D7233-7F5D-BF3F-C0CB-BCE63A48D1D9}"/>
          </ac:spMkLst>
        </pc:spChg>
      </pc:sldChg>
      <pc:sldChg chg="addSp modSp add del mod">
        <pc:chgData name="Kunal Ghosh" userId="c7d400ffb3130a3a" providerId="LiveId" clId="{692C3EC6-B3C2-43D0-ADE5-E8296C5B605E}" dt="2025-01-24T05:05:25.831" v="1758" actId="47"/>
        <pc:sldMkLst>
          <pc:docMk/>
          <pc:sldMk cId="339134211" sldId="315"/>
        </pc:sldMkLst>
        <pc:spChg chg="mod">
          <ac:chgData name="Kunal Ghosh" userId="c7d400ffb3130a3a" providerId="LiveId" clId="{692C3EC6-B3C2-43D0-ADE5-E8296C5B605E}" dt="2025-01-24T04:54:36.927" v="1227"/>
          <ac:spMkLst>
            <pc:docMk/>
            <pc:sldMk cId="339134211" sldId="315"/>
            <ac:spMk id="3" creationId="{38B3EB40-A935-3D16-4301-C7DE0C83348D}"/>
          </ac:spMkLst>
        </pc:spChg>
      </pc:sldChg>
      <pc:sldChg chg="modSp add del mod">
        <pc:chgData name="Kunal Ghosh" userId="c7d400ffb3130a3a" providerId="LiveId" clId="{692C3EC6-B3C2-43D0-ADE5-E8296C5B605E}" dt="2025-01-24T05:22:09.124" v="2111" actId="47"/>
        <pc:sldMkLst>
          <pc:docMk/>
          <pc:sldMk cId="2786987040" sldId="316"/>
        </pc:sldMkLst>
        <pc:spChg chg="mod">
          <ac:chgData name="Kunal Ghosh" userId="c7d400ffb3130a3a" providerId="LiveId" clId="{692C3EC6-B3C2-43D0-ADE5-E8296C5B605E}" dt="2025-01-24T05:12:58.954" v="1889" actId="21"/>
          <ac:spMkLst>
            <pc:docMk/>
            <pc:sldMk cId="2786987040" sldId="316"/>
            <ac:spMk id="3" creationId="{1FC8B0E8-0460-3A25-0F87-832CFBF87DC3}"/>
          </ac:spMkLst>
        </pc:spChg>
        <pc:spChg chg="mod">
          <ac:chgData name="Kunal Ghosh" userId="c7d400ffb3130a3a" providerId="LiveId" clId="{692C3EC6-B3C2-43D0-ADE5-E8296C5B605E}" dt="2025-01-24T05:05:59.641" v="1795" actId="20577"/>
          <ac:spMkLst>
            <pc:docMk/>
            <pc:sldMk cId="2786987040" sldId="316"/>
            <ac:spMk id="4" creationId="{C204C39F-01D9-B639-8970-F4E742F0D9FA}"/>
          </ac:spMkLst>
        </pc:spChg>
      </pc:sldChg>
      <pc:sldChg chg="addSp delSp modSp add mod">
        <pc:chgData name="Kunal Ghosh" userId="c7d400ffb3130a3a" providerId="LiveId" clId="{692C3EC6-B3C2-43D0-ADE5-E8296C5B605E}" dt="2025-01-24T15:12:21.632" v="2765" actId="20577"/>
        <pc:sldMkLst>
          <pc:docMk/>
          <pc:sldMk cId="2503109505" sldId="317"/>
        </pc:sldMkLst>
        <pc:spChg chg="mod">
          <ac:chgData name="Kunal Ghosh" userId="c7d400ffb3130a3a" providerId="LiveId" clId="{692C3EC6-B3C2-43D0-ADE5-E8296C5B605E}" dt="2025-01-24T05:22:05.472" v="2110"/>
          <ac:spMkLst>
            <pc:docMk/>
            <pc:sldMk cId="2503109505" sldId="317"/>
            <ac:spMk id="2" creationId="{9BB4E483-6A0C-A274-676B-AD8A0466943D}"/>
          </ac:spMkLst>
        </pc:spChg>
        <pc:spChg chg="del mod">
          <ac:chgData name="Kunal Ghosh" userId="c7d400ffb3130a3a" providerId="LiveId" clId="{692C3EC6-B3C2-43D0-ADE5-E8296C5B605E}" dt="2025-01-24T05:12:07.511" v="1870" actId="478"/>
          <ac:spMkLst>
            <pc:docMk/>
            <pc:sldMk cId="2503109505" sldId="317"/>
            <ac:spMk id="3" creationId="{C4ECF791-B6B7-AACB-2104-C5423BD4C457}"/>
          </ac:spMkLst>
        </pc:spChg>
        <pc:spChg chg="mod">
          <ac:chgData name="Kunal Ghosh" userId="c7d400ffb3130a3a" providerId="LiveId" clId="{692C3EC6-B3C2-43D0-ADE5-E8296C5B605E}" dt="2025-01-24T05:22:04.042" v="2109" actId="21"/>
          <ac:spMkLst>
            <pc:docMk/>
            <pc:sldMk cId="2503109505" sldId="317"/>
            <ac:spMk id="4" creationId="{3BC7EEA1-68C9-30D0-DB62-162F3FF0781F}"/>
          </ac:spMkLst>
        </pc:spChg>
        <pc:graphicFrameChg chg="add mod">
          <ac:chgData name="Kunal Ghosh" userId="c7d400ffb3130a3a" providerId="LiveId" clId="{692C3EC6-B3C2-43D0-ADE5-E8296C5B605E}" dt="2025-01-24T15:11:53.989" v="2763"/>
          <ac:graphicFrameMkLst>
            <pc:docMk/>
            <pc:sldMk cId="2503109505" sldId="317"/>
            <ac:graphicFrameMk id="3" creationId="{2661219F-838F-5FDB-2FA4-F1D75A15D1F2}"/>
          </ac:graphicFrameMkLst>
        </pc:graphicFrameChg>
        <pc:graphicFrameChg chg="add mod modGraphic">
          <ac:chgData name="Kunal Ghosh" userId="c7d400ffb3130a3a" providerId="LiveId" clId="{692C3EC6-B3C2-43D0-ADE5-E8296C5B605E}" dt="2025-01-24T15:12:21.632" v="2765" actId="20577"/>
          <ac:graphicFrameMkLst>
            <pc:docMk/>
            <pc:sldMk cId="2503109505" sldId="317"/>
            <ac:graphicFrameMk id="6" creationId="{59964F31-F5B9-E6C0-F064-AAE6B6CEE6D3}"/>
          </ac:graphicFrameMkLst>
        </pc:graphicFrameChg>
      </pc:sldChg>
      <pc:sldChg chg="addSp delSp modSp new mod chgLayout">
        <pc:chgData name="Kunal Ghosh" userId="c7d400ffb3130a3a" providerId="LiveId" clId="{692C3EC6-B3C2-43D0-ADE5-E8296C5B605E}" dt="2025-01-24T05:23:21.355" v="2122" actId="20577"/>
        <pc:sldMkLst>
          <pc:docMk/>
          <pc:sldMk cId="2235171186" sldId="318"/>
        </pc:sldMkLst>
        <pc:spChg chg="del 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2" creationId="{2877D08A-5140-0D97-F009-0A4E5A8FF2D4}"/>
          </ac:spMkLst>
        </pc:spChg>
        <pc:spChg chg="del 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3" creationId="{0244A891-EEC8-6C0E-9DFF-FC66339E08EE}"/>
          </ac:spMkLst>
        </pc:spChg>
        <pc:spChg chg="del 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4" creationId="{F11E2A59-2537-1003-9D63-DF2A6C232298}"/>
          </ac:spMkLst>
        </pc:spChg>
        <pc:spChg chg="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5" creationId="{7282F2BE-E17A-18B2-EAAD-B01CCD9A7AF0}"/>
          </ac:spMkLst>
        </pc:spChg>
        <pc:spChg chg="add mod ord">
          <ac:chgData name="Kunal Ghosh" userId="c7d400ffb3130a3a" providerId="LiveId" clId="{692C3EC6-B3C2-43D0-ADE5-E8296C5B605E}" dt="2025-01-24T05:23:21.355" v="2122" actId="20577"/>
          <ac:spMkLst>
            <pc:docMk/>
            <pc:sldMk cId="2235171186" sldId="318"/>
            <ac:spMk id="6" creationId="{BD82E3CF-B6A4-E495-13C3-984CF16A168B}"/>
          </ac:spMkLst>
        </pc:spChg>
        <pc:spChg chg="add 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7" creationId="{8D765DA2-3D00-B740-0365-574A3A016A2B}"/>
          </ac:spMkLst>
        </pc:spChg>
        <pc:spChg chg="add mod ord">
          <ac:chgData name="Kunal Ghosh" userId="c7d400ffb3130a3a" providerId="LiveId" clId="{692C3EC6-B3C2-43D0-ADE5-E8296C5B605E}" dt="2025-01-24T05:23:17.338" v="2113" actId="700"/>
          <ac:spMkLst>
            <pc:docMk/>
            <pc:sldMk cId="2235171186" sldId="318"/>
            <ac:spMk id="8" creationId="{5309A94E-4E9C-4788-2376-36B6A394D431}"/>
          </ac:spMkLst>
        </pc:spChg>
      </pc:sldChg>
      <pc:sldChg chg="modSp add mod modAnim">
        <pc:chgData name="Kunal Ghosh" userId="c7d400ffb3130a3a" providerId="LiveId" clId="{692C3EC6-B3C2-43D0-ADE5-E8296C5B605E}" dt="2025-01-24T05:28:57.226" v="2271" actId="6549"/>
        <pc:sldMkLst>
          <pc:docMk/>
          <pc:sldMk cId="4123971144" sldId="319"/>
        </pc:sldMkLst>
        <pc:spChg chg="mod">
          <ac:chgData name="Kunal Ghosh" userId="c7d400ffb3130a3a" providerId="LiveId" clId="{692C3EC6-B3C2-43D0-ADE5-E8296C5B605E}" dt="2025-01-24T05:28:50.691" v="2270" actId="20577"/>
          <ac:spMkLst>
            <pc:docMk/>
            <pc:sldMk cId="4123971144" sldId="319"/>
            <ac:spMk id="2" creationId="{EBB215B5-4A09-C2F9-C4E9-818236355330}"/>
          </ac:spMkLst>
        </pc:spChg>
        <pc:spChg chg="mod">
          <ac:chgData name="Kunal Ghosh" userId="c7d400ffb3130a3a" providerId="LiveId" clId="{692C3EC6-B3C2-43D0-ADE5-E8296C5B605E}" dt="2025-01-24T05:28:57.226" v="2271" actId="6549"/>
          <ac:spMkLst>
            <pc:docMk/>
            <pc:sldMk cId="4123971144" sldId="319"/>
            <ac:spMk id="3" creationId="{3E18A8C8-3B5B-C6EC-B0B0-569EC4B26EBD}"/>
          </ac:spMkLst>
        </pc:spChg>
      </pc:sldChg>
      <pc:sldChg chg="addSp delSp modSp new mod modClrScheme chgLayout">
        <pc:chgData name="Kunal Ghosh" userId="c7d400ffb3130a3a" providerId="LiveId" clId="{692C3EC6-B3C2-43D0-ADE5-E8296C5B605E}" dt="2025-01-24T14:11:42.967" v="2512" actId="6549"/>
        <pc:sldMkLst>
          <pc:docMk/>
          <pc:sldMk cId="2426592814" sldId="320"/>
        </pc:sldMkLst>
        <pc:spChg chg="del">
          <ac:chgData name="Kunal Ghosh" userId="c7d400ffb3130a3a" providerId="LiveId" clId="{692C3EC6-B3C2-43D0-ADE5-E8296C5B605E}" dt="2025-01-24T14:08:17.138" v="2373" actId="700"/>
          <ac:spMkLst>
            <pc:docMk/>
            <pc:sldMk cId="2426592814" sldId="320"/>
            <ac:spMk id="2" creationId="{592255C4-2A6F-6F93-89FB-C702263D8D24}"/>
          </ac:spMkLst>
        </pc:spChg>
        <pc:spChg chg="del">
          <ac:chgData name="Kunal Ghosh" userId="c7d400ffb3130a3a" providerId="LiveId" clId="{692C3EC6-B3C2-43D0-ADE5-E8296C5B605E}" dt="2025-01-24T14:08:17.138" v="2373" actId="700"/>
          <ac:spMkLst>
            <pc:docMk/>
            <pc:sldMk cId="2426592814" sldId="320"/>
            <ac:spMk id="3" creationId="{4AB2F25C-06C7-CB89-7D6C-4A72699F516F}"/>
          </ac:spMkLst>
        </pc:spChg>
        <pc:spChg chg="del">
          <ac:chgData name="Kunal Ghosh" userId="c7d400ffb3130a3a" providerId="LiveId" clId="{692C3EC6-B3C2-43D0-ADE5-E8296C5B605E}" dt="2025-01-24T14:08:17.138" v="2373" actId="700"/>
          <ac:spMkLst>
            <pc:docMk/>
            <pc:sldMk cId="2426592814" sldId="320"/>
            <ac:spMk id="4" creationId="{15079C0C-E178-E018-4CF4-7865EA9BB413}"/>
          </ac:spMkLst>
        </pc:spChg>
        <pc:spChg chg="mod ord">
          <ac:chgData name="Kunal Ghosh" userId="c7d400ffb3130a3a" providerId="LiveId" clId="{692C3EC6-B3C2-43D0-ADE5-E8296C5B605E}" dt="2025-01-24T14:08:17.138" v="2373" actId="700"/>
          <ac:spMkLst>
            <pc:docMk/>
            <pc:sldMk cId="2426592814" sldId="320"/>
            <ac:spMk id="5" creationId="{C7FD9C99-5792-6313-C842-3CC9F2C9EAD6}"/>
          </ac:spMkLst>
        </pc:spChg>
        <pc:spChg chg="add del mod ord">
          <ac:chgData name="Kunal Ghosh" userId="c7d400ffb3130a3a" providerId="LiveId" clId="{692C3EC6-B3C2-43D0-ADE5-E8296C5B605E}" dt="2025-01-24T14:08:19.290" v="2374" actId="478"/>
          <ac:spMkLst>
            <pc:docMk/>
            <pc:sldMk cId="2426592814" sldId="320"/>
            <ac:spMk id="7" creationId="{80DD7BD6-7E70-309C-39A6-1FCA808DEBED}"/>
          </ac:spMkLst>
        </pc:spChg>
        <pc:graphicFrameChg chg="add mod modGraphic">
          <ac:chgData name="Kunal Ghosh" userId="c7d400ffb3130a3a" providerId="LiveId" clId="{692C3EC6-B3C2-43D0-ADE5-E8296C5B605E}" dt="2025-01-24T14:11:42.967" v="2512" actId="6549"/>
          <ac:graphicFrameMkLst>
            <pc:docMk/>
            <pc:sldMk cId="2426592814" sldId="320"/>
            <ac:graphicFrameMk id="6" creationId="{1DC55E2F-ADED-5892-9F1F-448BF830FDB6}"/>
          </ac:graphicFrameMkLst>
        </pc:graphicFrameChg>
      </pc:sldChg>
      <pc:sldChg chg="modSp new mod">
        <pc:chgData name="Kunal Ghosh" userId="c7d400ffb3130a3a" providerId="LiveId" clId="{692C3EC6-B3C2-43D0-ADE5-E8296C5B605E}" dt="2025-01-24T14:13:15.182" v="2595" actId="404"/>
        <pc:sldMkLst>
          <pc:docMk/>
          <pc:sldMk cId="3126466637" sldId="321"/>
        </pc:sldMkLst>
        <pc:spChg chg="mod">
          <ac:chgData name="Kunal Ghosh" userId="c7d400ffb3130a3a" providerId="LiveId" clId="{692C3EC6-B3C2-43D0-ADE5-E8296C5B605E}" dt="2025-01-24T14:13:15.182" v="2595" actId="404"/>
          <ac:spMkLst>
            <pc:docMk/>
            <pc:sldMk cId="3126466637" sldId="321"/>
            <ac:spMk id="2" creationId="{F7A92ED5-6BED-BD29-95F7-F507D6FFF0D5}"/>
          </ac:spMkLst>
        </pc:spChg>
      </pc:sldChg>
    </pc:docChg>
  </pc:docChgLst>
  <pc:docChgLst>
    <pc:chgData name="Austin Watson" userId="S::watso364@purdue.edu::31d1fcba-90a4-421b-a347-1a85e1eed54a" providerId="AD" clId="Web-{78F8146C-43C1-2DB3-67E2-6338D228A5E9}"/>
    <pc:docChg chg="modSld">
      <pc:chgData name="Austin Watson" userId="S::watso364@purdue.edu::31d1fcba-90a4-421b-a347-1a85e1eed54a" providerId="AD" clId="Web-{78F8146C-43C1-2DB3-67E2-6338D228A5E9}" dt="2025-01-30T19:41:54.772" v="38"/>
      <pc:docMkLst>
        <pc:docMk/>
      </pc:docMkLst>
      <pc:sldChg chg="modNotes">
        <pc:chgData name="Austin Watson" userId="S::watso364@purdue.edu::31d1fcba-90a4-421b-a347-1a85e1eed54a" providerId="AD" clId="Web-{78F8146C-43C1-2DB3-67E2-6338D228A5E9}" dt="2025-01-30T19:41:54.772" v="38"/>
        <pc:sldMkLst>
          <pc:docMk/>
          <pc:sldMk cId="3035040294" sldId="25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AE2B60-4DC4-4E02-BF52-D154439BB87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6F2700F-FDA8-4A4B-9E0E-450EE4E451C2}">
      <dgm:prSet phldrT="[Text]" phldr="0"/>
      <dgm:spPr/>
      <dgm:t>
        <a:bodyPr/>
        <a:lstStyle/>
        <a:p>
          <a:r>
            <a:rPr lang="en-US" dirty="0"/>
            <a:t>Metrics</a:t>
          </a:r>
          <a:endParaRPr lang="en-IN" dirty="0"/>
        </a:p>
      </dgm:t>
    </dgm:pt>
    <dgm:pt modelId="{E669234A-2D98-4862-8F10-7FB7BADC8CC6}" type="parTrans" cxnId="{982E76D2-D8CB-4D60-87C8-676365B01F7B}">
      <dgm:prSet/>
      <dgm:spPr/>
      <dgm:t>
        <a:bodyPr/>
        <a:lstStyle/>
        <a:p>
          <a:endParaRPr lang="en-IN"/>
        </a:p>
      </dgm:t>
    </dgm:pt>
    <dgm:pt modelId="{CC971ECE-E61E-425A-946B-AF394AB0E376}" type="sibTrans" cxnId="{982E76D2-D8CB-4D60-87C8-676365B01F7B}">
      <dgm:prSet/>
      <dgm:spPr/>
      <dgm:t>
        <a:bodyPr/>
        <a:lstStyle/>
        <a:p>
          <a:endParaRPr lang="en-IN"/>
        </a:p>
      </dgm:t>
    </dgm:pt>
    <dgm:pt modelId="{96A23902-81C9-4DF3-A0D3-20DA45DF87D4}">
      <dgm:prSet phldrT="[Text]" phldr="0"/>
      <dgm:spPr/>
      <dgm:t>
        <a:bodyPr/>
        <a:lstStyle/>
        <a:p>
          <a:r>
            <a:rPr lang="en-US" dirty="0"/>
            <a:t>Cost</a:t>
          </a:r>
          <a:endParaRPr lang="en-IN" dirty="0"/>
        </a:p>
      </dgm:t>
    </dgm:pt>
    <dgm:pt modelId="{6691BAE4-3C20-4B8C-9B49-56854CD0C992}" type="parTrans" cxnId="{1885B8AE-F11C-48D8-910A-2C2535452AAD}">
      <dgm:prSet/>
      <dgm:spPr/>
      <dgm:t>
        <a:bodyPr/>
        <a:lstStyle/>
        <a:p>
          <a:endParaRPr lang="en-IN"/>
        </a:p>
      </dgm:t>
    </dgm:pt>
    <dgm:pt modelId="{7F859080-8EE5-4C52-ABD7-96CBAB80924D}" type="sibTrans" cxnId="{1885B8AE-F11C-48D8-910A-2C2535452AAD}">
      <dgm:prSet/>
      <dgm:spPr/>
      <dgm:t>
        <a:bodyPr/>
        <a:lstStyle/>
        <a:p>
          <a:endParaRPr lang="en-IN"/>
        </a:p>
      </dgm:t>
    </dgm:pt>
    <dgm:pt modelId="{D5F81CA0-E39D-4731-A64F-079593DEDBD0}">
      <dgm:prSet phldrT="[Text]" phldr="0"/>
      <dgm:spPr/>
      <dgm:t>
        <a:bodyPr/>
        <a:lstStyle/>
        <a:p>
          <a:r>
            <a:rPr lang="en-US" dirty="0"/>
            <a:t>Performance</a:t>
          </a:r>
          <a:endParaRPr lang="en-IN" dirty="0"/>
        </a:p>
      </dgm:t>
    </dgm:pt>
    <dgm:pt modelId="{11FD29FC-6264-45F6-A601-816073F8B373}" type="parTrans" cxnId="{950EFFC5-4758-4083-8764-5931EB06F178}">
      <dgm:prSet/>
      <dgm:spPr/>
      <dgm:t>
        <a:bodyPr/>
        <a:lstStyle/>
        <a:p>
          <a:endParaRPr lang="en-IN"/>
        </a:p>
      </dgm:t>
    </dgm:pt>
    <dgm:pt modelId="{1E4CAA38-DFCB-4F2C-AF71-55692CD27CC1}" type="sibTrans" cxnId="{950EFFC5-4758-4083-8764-5931EB06F178}">
      <dgm:prSet/>
      <dgm:spPr/>
      <dgm:t>
        <a:bodyPr/>
        <a:lstStyle/>
        <a:p>
          <a:endParaRPr lang="en-IN"/>
        </a:p>
      </dgm:t>
    </dgm:pt>
    <dgm:pt modelId="{12DD3E3C-6F85-4627-9CE2-FBB7781DD0D0}">
      <dgm:prSet phldrT="[Text]" phldr="0"/>
      <dgm:spPr/>
      <dgm:t>
        <a:bodyPr/>
        <a:lstStyle/>
        <a:p>
          <a:r>
            <a:rPr lang="en-US" dirty="0"/>
            <a:t>Quality</a:t>
          </a:r>
          <a:endParaRPr lang="en-IN" dirty="0"/>
        </a:p>
      </dgm:t>
    </dgm:pt>
    <dgm:pt modelId="{2183FFD7-1627-4FA8-94B9-F1FD657299B4}" type="parTrans" cxnId="{C8E5689F-4F51-48D1-A0E6-E0626A0F7B75}">
      <dgm:prSet/>
      <dgm:spPr/>
      <dgm:t>
        <a:bodyPr/>
        <a:lstStyle/>
        <a:p>
          <a:endParaRPr lang="en-IN"/>
        </a:p>
      </dgm:t>
    </dgm:pt>
    <dgm:pt modelId="{3FD7BBB6-C174-488A-B829-F649E87170F7}" type="sibTrans" cxnId="{C8E5689F-4F51-48D1-A0E6-E0626A0F7B75}">
      <dgm:prSet/>
      <dgm:spPr/>
      <dgm:t>
        <a:bodyPr/>
        <a:lstStyle/>
        <a:p>
          <a:endParaRPr lang="en-IN"/>
        </a:p>
      </dgm:t>
    </dgm:pt>
    <dgm:pt modelId="{C97F8F13-694E-4FC0-B2D1-FCD07CDD1A6A}">
      <dgm:prSet phldrT="[Text]" phldr="0"/>
      <dgm:spPr/>
      <dgm:t>
        <a:bodyPr/>
        <a:lstStyle/>
        <a:p>
          <a:r>
            <a:rPr lang="en-US"/>
            <a:t>Input</a:t>
          </a:r>
          <a:endParaRPr lang="en-IN" dirty="0"/>
        </a:p>
      </dgm:t>
    </dgm:pt>
    <dgm:pt modelId="{20BA140C-902D-4A06-8E55-64E3E5717422}" type="parTrans" cxnId="{C27D1D3E-5AFD-42E1-ABD1-5AE0BB53521D}">
      <dgm:prSet/>
      <dgm:spPr/>
      <dgm:t>
        <a:bodyPr/>
        <a:lstStyle/>
        <a:p>
          <a:endParaRPr lang="en-IN"/>
        </a:p>
      </dgm:t>
    </dgm:pt>
    <dgm:pt modelId="{8E7DA313-5B41-4EC6-BE5F-BC52CE5D49C2}" type="sibTrans" cxnId="{C27D1D3E-5AFD-42E1-ABD1-5AE0BB53521D}">
      <dgm:prSet/>
      <dgm:spPr/>
      <dgm:t>
        <a:bodyPr/>
        <a:lstStyle/>
        <a:p>
          <a:endParaRPr lang="en-IN"/>
        </a:p>
      </dgm:t>
    </dgm:pt>
    <dgm:pt modelId="{7ED2B3EC-3794-43B7-B590-7D4919446623}">
      <dgm:prSet phldrT="[Text]" phldr="0"/>
      <dgm:spPr/>
      <dgm:t>
        <a:bodyPr/>
        <a:lstStyle/>
        <a:p>
          <a:r>
            <a:rPr lang="en-US"/>
            <a:t>Output</a:t>
          </a:r>
          <a:endParaRPr lang="en-IN" dirty="0"/>
        </a:p>
      </dgm:t>
    </dgm:pt>
    <dgm:pt modelId="{977522CD-194F-4CF7-B014-85E12A35C261}" type="parTrans" cxnId="{0EC8A483-1D67-46CB-8DC0-4FF17D83F860}">
      <dgm:prSet/>
      <dgm:spPr/>
      <dgm:t>
        <a:bodyPr/>
        <a:lstStyle/>
        <a:p>
          <a:endParaRPr lang="en-IN"/>
        </a:p>
      </dgm:t>
    </dgm:pt>
    <dgm:pt modelId="{9FD21D15-B2AC-4035-A9E8-B2B507B3976A}" type="sibTrans" cxnId="{0EC8A483-1D67-46CB-8DC0-4FF17D83F860}">
      <dgm:prSet/>
      <dgm:spPr/>
      <dgm:t>
        <a:bodyPr/>
        <a:lstStyle/>
        <a:p>
          <a:endParaRPr lang="en-IN"/>
        </a:p>
      </dgm:t>
    </dgm:pt>
    <dgm:pt modelId="{8DB01DF8-43F3-4C86-9BB9-94F30DFB0484}">
      <dgm:prSet phldrT="[Text]" phldr="0"/>
      <dgm:spPr/>
      <dgm:t>
        <a:bodyPr/>
        <a:lstStyle/>
        <a:p>
          <a:r>
            <a:rPr lang="en-US"/>
            <a:t>Latency</a:t>
          </a:r>
          <a:endParaRPr lang="en-IN" dirty="0"/>
        </a:p>
      </dgm:t>
    </dgm:pt>
    <dgm:pt modelId="{90EA9020-8C91-48B3-B687-A77AE148C1E1}" type="parTrans" cxnId="{AD02AD1F-974C-432F-8CB4-D9A23D8DED5A}">
      <dgm:prSet/>
      <dgm:spPr/>
      <dgm:t>
        <a:bodyPr/>
        <a:lstStyle/>
        <a:p>
          <a:endParaRPr lang="en-IN"/>
        </a:p>
      </dgm:t>
    </dgm:pt>
    <dgm:pt modelId="{724AE570-04C5-4C65-B3F2-87466028F919}" type="sibTrans" cxnId="{AD02AD1F-974C-432F-8CB4-D9A23D8DED5A}">
      <dgm:prSet/>
      <dgm:spPr/>
      <dgm:t>
        <a:bodyPr/>
        <a:lstStyle/>
        <a:p>
          <a:endParaRPr lang="en-IN"/>
        </a:p>
      </dgm:t>
    </dgm:pt>
    <dgm:pt modelId="{04E540F9-5120-4F49-8EEF-CBEE4BF08022}">
      <dgm:prSet phldrT="[Text]" phldr="0"/>
      <dgm:spPr/>
      <dgm:t>
        <a:bodyPr/>
        <a:lstStyle/>
        <a:p>
          <a:r>
            <a:rPr lang="en-US" dirty="0"/>
            <a:t>Throughput</a:t>
          </a:r>
          <a:endParaRPr lang="en-IN" dirty="0"/>
        </a:p>
      </dgm:t>
    </dgm:pt>
    <dgm:pt modelId="{68F496C7-53AF-4650-A086-2C9827D7DF7D}" type="parTrans" cxnId="{982012FC-1A1B-4C83-8DB1-2314ACA36AEA}">
      <dgm:prSet/>
      <dgm:spPr/>
      <dgm:t>
        <a:bodyPr/>
        <a:lstStyle/>
        <a:p>
          <a:endParaRPr lang="en-IN"/>
        </a:p>
      </dgm:t>
    </dgm:pt>
    <dgm:pt modelId="{7F0FAA5D-5E50-42CB-8DA4-7508E48DF4E3}" type="sibTrans" cxnId="{982012FC-1A1B-4C83-8DB1-2314ACA36AEA}">
      <dgm:prSet/>
      <dgm:spPr/>
      <dgm:t>
        <a:bodyPr/>
        <a:lstStyle/>
        <a:p>
          <a:endParaRPr lang="en-IN"/>
        </a:p>
      </dgm:t>
    </dgm:pt>
    <dgm:pt modelId="{3CBE43EC-80FD-4EDD-A7EE-2D7AB042A614}">
      <dgm:prSet phldrT="[Text]" phldr="0"/>
      <dgm:spPr/>
      <dgm:t>
        <a:bodyPr/>
        <a:lstStyle/>
        <a:p>
          <a:r>
            <a:rPr lang="en-US" dirty="0"/>
            <a:t>Uptime</a:t>
          </a:r>
          <a:endParaRPr lang="en-IN" dirty="0"/>
        </a:p>
      </dgm:t>
    </dgm:pt>
    <dgm:pt modelId="{00E2B358-7D13-4D88-9EB4-D231F4ED9665}" type="parTrans" cxnId="{BAF147A0-3000-4687-BBDD-BB14B76169A8}">
      <dgm:prSet/>
      <dgm:spPr/>
      <dgm:t>
        <a:bodyPr/>
        <a:lstStyle/>
        <a:p>
          <a:endParaRPr lang="en-IN"/>
        </a:p>
      </dgm:t>
    </dgm:pt>
    <dgm:pt modelId="{23416D7D-57E1-4D14-BC2E-35B080BB6D98}" type="sibTrans" cxnId="{BAF147A0-3000-4687-BBDD-BB14B76169A8}">
      <dgm:prSet/>
      <dgm:spPr/>
      <dgm:t>
        <a:bodyPr/>
        <a:lstStyle/>
        <a:p>
          <a:endParaRPr lang="en-IN"/>
        </a:p>
      </dgm:t>
    </dgm:pt>
    <dgm:pt modelId="{41A57FEC-39BC-414B-B6FF-D81F87F35C1C}">
      <dgm:prSet phldrT="[Text]" phldr="0"/>
      <dgm:spPr/>
      <dgm:t>
        <a:bodyPr/>
        <a:lstStyle/>
        <a:p>
          <a:r>
            <a:rPr lang="en-US" dirty="0"/>
            <a:t>Classification</a:t>
          </a:r>
          <a:endParaRPr lang="en-IN" dirty="0"/>
        </a:p>
      </dgm:t>
    </dgm:pt>
    <dgm:pt modelId="{6A178D4D-02A5-49E8-A00D-78FC210A292E}" type="parTrans" cxnId="{4E49FD3E-9A1F-4501-81D7-3F165D1AA751}">
      <dgm:prSet/>
      <dgm:spPr/>
      <dgm:t>
        <a:bodyPr/>
        <a:lstStyle/>
        <a:p>
          <a:endParaRPr lang="en-IN"/>
        </a:p>
      </dgm:t>
    </dgm:pt>
    <dgm:pt modelId="{C3F7036F-3115-4B6F-8F92-4956E0647436}" type="sibTrans" cxnId="{4E49FD3E-9A1F-4501-81D7-3F165D1AA751}">
      <dgm:prSet/>
      <dgm:spPr/>
      <dgm:t>
        <a:bodyPr/>
        <a:lstStyle/>
        <a:p>
          <a:endParaRPr lang="en-IN"/>
        </a:p>
      </dgm:t>
    </dgm:pt>
    <dgm:pt modelId="{C6E1585E-834E-491D-AD49-947C58BDDE52}">
      <dgm:prSet phldrT="[Text]" phldr="0"/>
      <dgm:spPr/>
      <dgm:t>
        <a:bodyPr/>
        <a:lstStyle/>
        <a:p>
          <a:r>
            <a:rPr lang="en-US" dirty="0"/>
            <a:t>Task specific</a:t>
          </a:r>
          <a:endParaRPr lang="en-IN" dirty="0"/>
        </a:p>
      </dgm:t>
    </dgm:pt>
    <dgm:pt modelId="{A0BB9767-A6D8-4DA9-94A6-6262A892C312}" type="parTrans" cxnId="{81820256-E977-4CC8-9952-EDDB08E174E6}">
      <dgm:prSet/>
      <dgm:spPr/>
      <dgm:t>
        <a:bodyPr/>
        <a:lstStyle/>
        <a:p>
          <a:endParaRPr lang="en-IN"/>
        </a:p>
      </dgm:t>
    </dgm:pt>
    <dgm:pt modelId="{488BF7F7-A77E-46B0-B9C1-76CFF9A1FC09}" type="sibTrans" cxnId="{81820256-E977-4CC8-9952-EDDB08E174E6}">
      <dgm:prSet/>
      <dgm:spPr/>
      <dgm:t>
        <a:bodyPr/>
        <a:lstStyle/>
        <a:p>
          <a:endParaRPr lang="en-IN"/>
        </a:p>
      </dgm:t>
    </dgm:pt>
    <dgm:pt modelId="{197558AD-2792-4ACA-9B6F-665FEA4A3BF7}">
      <dgm:prSet phldrT="[Text]" phldr="0"/>
      <dgm:spPr/>
      <dgm:t>
        <a:bodyPr/>
        <a:lstStyle/>
        <a:p>
          <a:r>
            <a:rPr lang="en-US" dirty="0"/>
            <a:t>Accuracy</a:t>
          </a:r>
          <a:endParaRPr lang="en-IN" dirty="0"/>
        </a:p>
      </dgm:t>
    </dgm:pt>
    <dgm:pt modelId="{AB17FA31-C899-4B11-8D18-35255B4A8419}" type="parTrans" cxnId="{9DF71634-C823-4AEF-ACAD-9A5470C3796D}">
      <dgm:prSet/>
      <dgm:spPr/>
      <dgm:t>
        <a:bodyPr/>
        <a:lstStyle/>
        <a:p>
          <a:endParaRPr lang="en-IN"/>
        </a:p>
      </dgm:t>
    </dgm:pt>
    <dgm:pt modelId="{EA386168-F086-4341-90CF-08FAB313C9F3}" type="sibTrans" cxnId="{9DF71634-C823-4AEF-ACAD-9A5470C3796D}">
      <dgm:prSet/>
      <dgm:spPr/>
      <dgm:t>
        <a:bodyPr/>
        <a:lstStyle/>
        <a:p>
          <a:endParaRPr lang="en-IN"/>
        </a:p>
      </dgm:t>
    </dgm:pt>
    <dgm:pt modelId="{CB6C7D02-1C0E-4678-A6B1-5DA13DD114A9}">
      <dgm:prSet phldrT="[Text]" phldr="0"/>
      <dgm:spPr/>
      <dgm:t>
        <a:bodyPr/>
        <a:lstStyle/>
        <a:p>
          <a:r>
            <a:rPr lang="en-US"/>
            <a:t>Recall</a:t>
          </a:r>
          <a:endParaRPr lang="en-IN" dirty="0"/>
        </a:p>
      </dgm:t>
    </dgm:pt>
    <dgm:pt modelId="{335C7A09-D401-4424-A52C-EE896F1433B6}" type="parTrans" cxnId="{280D8833-6D68-40A7-8678-A01C53270B70}">
      <dgm:prSet/>
      <dgm:spPr/>
      <dgm:t>
        <a:bodyPr/>
        <a:lstStyle/>
        <a:p>
          <a:endParaRPr lang="en-IN"/>
        </a:p>
      </dgm:t>
    </dgm:pt>
    <dgm:pt modelId="{9A44E8A8-54E9-4A28-9F0C-63DBBF1AE5B8}" type="sibTrans" cxnId="{280D8833-6D68-40A7-8678-A01C53270B70}">
      <dgm:prSet/>
      <dgm:spPr/>
      <dgm:t>
        <a:bodyPr/>
        <a:lstStyle/>
        <a:p>
          <a:endParaRPr lang="en-IN"/>
        </a:p>
      </dgm:t>
    </dgm:pt>
    <dgm:pt modelId="{067F85CE-9B65-4D26-A0C4-4E6FBDC92D4E}">
      <dgm:prSet phldrT="[Text]" phldr="0"/>
      <dgm:spPr/>
      <dgm:t>
        <a:bodyPr/>
        <a:lstStyle/>
        <a:p>
          <a:r>
            <a:rPr lang="en-US"/>
            <a:t>Precision</a:t>
          </a:r>
          <a:endParaRPr lang="en-IN" dirty="0"/>
        </a:p>
      </dgm:t>
    </dgm:pt>
    <dgm:pt modelId="{7D75D076-01AC-478B-8921-72EC979E3407}" type="parTrans" cxnId="{293B8644-8B39-488C-A18A-443DE07AE13F}">
      <dgm:prSet/>
      <dgm:spPr/>
      <dgm:t>
        <a:bodyPr/>
        <a:lstStyle/>
        <a:p>
          <a:endParaRPr lang="en-IN"/>
        </a:p>
      </dgm:t>
    </dgm:pt>
    <dgm:pt modelId="{7A72F1C5-9210-4B42-9625-6A57599E6B4C}" type="sibTrans" cxnId="{293B8644-8B39-488C-A18A-443DE07AE13F}">
      <dgm:prSet/>
      <dgm:spPr/>
      <dgm:t>
        <a:bodyPr/>
        <a:lstStyle/>
        <a:p>
          <a:endParaRPr lang="en-IN"/>
        </a:p>
      </dgm:t>
    </dgm:pt>
    <dgm:pt modelId="{FD990671-1E62-4187-A783-CD5E24D3AE9E}">
      <dgm:prSet phldrT="[Text]" phldr="0"/>
      <dgm:spPr/>
      <dgm:t>
        <a:bodyPr/>
        <a:lstStyle/>
        <a:p>
          <a:r>
            <a:rPr lang="en-US"/>
            <a:t>F1</a:t>
          </a:r>
          <a:endParaRPr lang="en-IN" dirty="0"/>
        </a:p>
      </dgm:t>
    </dgm:pt>
    <dgm:pt modelId="{8F4330D8-38CC-4BFA-8908-BAFAB435CC0C}" type="parTrans" cxnId="{108CC755-A1FC-4CC3-808A-85CA70E4C31D}">
      <dgm:prSet/>
      <dgm:spPr/>
      <dgm:t>
        <a:bodyPr/>
        <a:lstStyle/>
        <a:p>
          <a:endParaRPr lang="en-IN"/>
        </a:p>
      </dgm:t>
    </dgm:pt>
    <dgm:pt modelId="{8420084B-596B-44AB-AEF9-62B932A9131E}" type="sibTrans" cxnId="{108CC755-A1FC-4CC3-808A-85CA70E4C31D}">
      <dgm:prSet/>
      <dgm:spPr/>
      <dgm:t>
        <a:bodyPr/>
        <a:lstStyle/>
        <a:p>
          <a:endParaRPr lang="en-IN"/>
        </a:p>
      </dgm:t>
    </dgm:pt>
    <dgm:pt modelId="{58B21BD5-AE3D-4B39-9123-51E519252D26}">
      <dgm:prSet phldrT="[Text]" phldr="0"/>
      <dgm:spPr/>
      <dgm:t>
        <a:bodyPr/>
        <a:lstStyle/>
        <a:p>
          <a:r>
            <a:rPr lang="en-US"/>
            <a:t>Regression</a:t>
          </a:r>
          <a:endParaRPr lang="en-IN" dirty="0"/>
        </a:p>
      </dgm:t>
    </dgm:pt>
    <dgm:pt modelId="{E64DDEA0-9CA5-48BD-9184-AE7D7DA36BDB}" type="parTrans" cxnId="{D4CCAE42-600C-47C6-897A-ABF76D5177A4}">
      <dgm:prSet/>
      <dgm:spPr/>
      <dgm:t>
        <a:bodyPr/>
        <a:lstStyle/>
        <a:p>
          <a:endParaRPr lang="en-IN"/>
        </a:p>
      </dgm:t>
    </dgm:pt>
    <dgm:pt modelId="{7300C3E8-E985-4329-BFBD-AD1EDFAF744C}" type="sibTrans" cxnId="{D4CCAE42-600C-47C6-897A-ABF76D5177A4}">
      <dgm:prSet/>
      <dgm:spPr/>
      <dgm:t>
        <a:bodyPr/>
        <a:lstStyle/>
        <a:p>
          <a:endParaRPr lang="en-IN"/>
        </a:p>
      </dgm:t>
    </dgm:pt>
    <dgm:pt modelId="{45E5C893-52B6-4540-8731-D701C6A71E4E}">
      <dgm:prSet phldrT="[Text]" phldr="0"/>
      <dgm:spPr/>
      <dgm:t>
        <a:bodyPr/>
        <a:lstStyle/>
        <a:p>
          <a:r>
            <a:rPr lang="en-US" dirty="0"/>
            <a:t>residual</a:t>
          </a:r>
          <a:endParaRPr lang="en-IN" dirty="0"/>
        </a:p>
      </dgm:t>
    </dgm:pt>
    <dgm:pt modelId="{A8AE1E52-D19E-45EE-849F-86F669E20ECE}" type="parTrans" cxnId="{7B311047-E09E-4E85-96D4-B70EDBA352A8}">
      <dgm:prSet/>
      <dgm:spPr/>
      <dgm:t>
        <a:bodyPr/>
        <a:lstStyle/>
        <a:p>
          <a:endParaRPr lang="en-IN"/>
        </a:p>
      </dgm:t>
    </dgm:pt>
    <dgm:pt modelId="{E2AE6582-E7DE-4442-80A0-E15077678D04}" type="sibTrans" cxnId="{7B311047-E09E-4E85-96D4-B70EDBA352A8}">
      <dgm:prSet/>
      <dgm:spPr/>
      <dgm:t>
        <a:bodyPr/>
        <a:lstStyle/>
        <a:p>
          <a:endParaRPr lang="en-IN"/>
        </a:p>
      </dgm:t>
    </dgm:pt>
    <dgm:pt modelId="{210FF4B2-3322-414C-9E5F-CE625705285F}">
      <dgm:prSet phldrT="[Text]" phldr="0"/>
      <dgm:spPr/>
      <dgm:t>
        <a:bodyPr/>
        <a:lstStyle/>
        <a:p>
          <a:pPr>
            <a:buNone/>
          </a:pPr>
          <a:r>
            <a:rPr lang="en-IN" b="0" i="0" dirty="0"/>
            <a:t>Time-to-first-token</a:t>
          </a:r>
          <a:endParaRPr lang="en-IN" dirty="0"/>
        </a:p>
      </dgm:t>
    </dgm:pt>
    <dgm:pt modelId="{D04979AF-C3C9-4DF7-9159-4DB2B396E979}" type="parTrans" cxnId="{752BFAAB-9582-4ED7-8002-002DB9991578}">
      <dgm:prSet/>
      <dgm:spPr/>
      <dgm:t>
        <a:bodyPr/>
        <a:lstStyle/>
        <a:p>
          <a:endParaRPr lang="en-IN"/>
        </a:p>
      </dgm:t>
    </dgm:pt>
    <dgm:pt modelId="{86A9EDDB-0C2D-448B-A821-B17D761DC089}" type="sibTrans" cxnId="{752BFAAB-9582-4ED7-8002-002DB9991578}">
      <dgm:prSet/>
      <dgm:spPr/>
      <dgm:t>
        <a:bodyPr/>
        <a:lstStyle/>
        <a:p>
          <a:endParaRPr lang="en-IN"/>
        </a:p>
      </dgm:t>
    </dgm:pt>
    <dgm:pt modelId="{C3725894-B56E-4D03-93A8-A361E0DBF585}" type="pres">
      <dgm:prSet presAssocID="{DDAE2B60-4DC4-4E02-BF52-D154439BB87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D9229B7-2E87-4E35-82DC-DB1E70D740A3}" type="pres">
      <dgm:prSet presAssocID="{16F2700F-FDA8-4A4B-9E0E-450EE4E451C2}" presName="hierRoot1" presStyleCnt="0">
        <dgm:presLayoutVars>
          <dgm:hierBranch val="init"/>
        </dgm:presLayoutVars>
      </dgm:prSet>
      <dgm:spPr/>
    </dgm:pt>
    <dgm:pt modelId="{2848BE14-7A6E-4241-973A-C0B7D3ABD9D0}" type="pres">
      <dgm:prSet presAssocID="{16F2700F-FDA8-4A4B-9E0E-450EE4E451C2}" presName="rootComposite1" presStyleCnt="0"/>
      <dgm:spPr/>
    </dgm:pt>
    <dgm:pt modelId="{D3962027-AFDA-4350-8F6E-09C0BF50D91A}" type="pres">
      <dgm:prSet presAssocID="{16F2700F-FDA8-4A4B-9E0E-450EE4E451C2}" presName="rootText1" presStyleLbl="node0" presStyleIdx="0" presStyleCnt="1">
        <dgm:presLayoutVars>
          <dgm:chPref val="3"/>
        </dgm:presLayoutVars>
      </dgm:prSet>
      <dgm:spPr/>
    </dgm:pt>
    <dgm:pt modelId="{31B4B894-07C6-4512-B914-B85A944D7888}" type="pres">
      <dgm:prSet presAssocID="{16F2700F-FDA8-4A4B-9E0E-450EE4E451C2}" presName="rootConnector1" presStyleLbl="node1" presStyleIdx="0" presStyleCnt="0"/>
      <dgm:spPr/>
    </dgm:pt>
    <dgm:pt modelId="{66BD604B-7DC3-4A9F-9D35-15B8A1230ED1}" type="pres">
      <dgm:prSet presAssocID="{16F2700F-FDA8-4A4B-9E0E-450EE4E451C2}" presName="hierChild2" presStyleCnt="0"/>
      <dgm:spPr/>
    </dgm:pt>
    <dgm:pt modelId="{5D53789A-E4D5-400F-B0FF-29536A3CEFF9}" type="pres">
      <dgm:prSet presAssocID="{6691BAE4-3C20-4B8C-9B49-56854CD0C992}" presName="Name37" presStyleLbl="parChTrans1D2" presStyleIdx="0" presStyleCnt="3"/>
      <dgm:spPr/>
    </dgm:pt>
    <dgm:pt modelId="{80D76C53-8A1F-4739-9F12-633512676E65}" type="pres">
      <dgm:prSet presAssocID="{96A23902-81C9-4DF3-A0D3-20DA45DF87D4}" presName="hierRoot2" presStyleCnt="0">
        <dgm:presLayoutVars>
          <dgm:hierBranch val="init"/>
        </dgm:presLayoutVars>
      </dgm:prSet>
      <dgm:spPr/>
    </dgm:pt>
    <dgm:pt modelId="{B4D427C1-A23D-4B0C-AEBE-5D27B4E83DA2}" type="pres">
      <dgm:prSet presAssocID="{96A23902-81C9-4DF3-A0D3-20DA45DF87D4}" presName="rootComposite" presStyleCnt="0"/>
      <dgm:spPr/>
    </dgm:pt>
    <dgm:pt modelId="{DF4CA5ED-419F-4280-8225-A4BD2F612DBE}" type="pres">
      <dgm:prSet presAssocID="{96A23902-81C9-4DF3-A0D3-20DA45DF87D4}" presName="rootText" presStyleLbl="node2" presStyleIdx="0" presStyleCnt="3">
        <dgm:presLayoutVars>
          <dgm:chPref val="3"/>
        </dgm:presLayoutVars>
      </dgm:prSet>
      <dgm:spPr/>
    </dgm:pt>
    <dgm:pt modelId="{E7782025-DFDA-4799-BCA4-83606F2E745A}" type="pres">
      <dgm:prSet presAssocID="{96A23902-81C9-4DF3-A0D3-20DA45DF87D4}" presName="rootConnector" presStyleLbl="node2" presStyleIdx="0" presStyleCnt="3"/>
      <dgm:spPr/>
    </dgm:pt>
    <dgm:pt modelId="{8100575D-AAD0-4D70-B9E1-56555F5A80ED}" type="pres">
      <dgm:prSet presAssocID="{96A23902-81C9-4DF3-A0D3-20DA45DF87D4}" presName="hierChild4" presStyleCnt="0"/>
      <dgm:spPr/>
    </dgm:pt>
    <dgm:pt modelId="{1FE2B79D-9A77-4FC1-A67E-2D2DCB3092EE}" type="pres">
      <dgm:prSet presAssocID="{20BA140C-902D-4A06-8E55-64E3E5717422}" presName="Name37" presStyleLbl="parChTrans1D3" presStyleIdx="0" presStyleCnt="9"/>
      <dgm:spPr/>
    </dgm:pt>
    <dgm:pt modelId="{1D432153-AB74-47F9-8281-01F5F489BFA2}" type="pres">
      <dgm:prSet presAssocID="{C97F8F13-694E-4FC0-B2D1-FCD07CDD1A6A}" presName="hierRoot2" presStyleCnt="0">
        <dgm:presLayoutVars>
          <dgm:hierBranch val="init"/>
        </dgm:presLayoutVars>
      </dgm:prSet>
      <dgm:spPr/>
    </dgm:pt>
    <dgm:pt modelId="{3D76333C-4DFA-4239-A16D-D69F35A6E762}" type="pres">
      <dgm:prSet presAssocID="{C97F8F13-694E-4FC0-B2D1-FCD07CDD1A6A}" presName="rootComposite" presStyleCnt="0"/>
      <dgm:spPr/>
    </dgm:pt>
    <dgm:pt modelId="{7DB6DB78-BB59-47BB-A49F-859362800567}" type="pres">
      <dgm:prSet presAssocID="{C97F8F13-694E-4FC0-B2D1-FCD07CDD1A6A}" presName="rootText" presStyleLbl="node3" presStyleIdx="0" presStyleCnt="9">
        <dgm:presLayoutVars>
          <dgm:chPref val="3"/>
        </dgm:presLayoutVars>
      </dgm:prSet>
      <dgm:spPr/>
    </dgm:pt>
    <dgm:pt modelId="{EEB816C1-38ED-40E4-AE06-55CFD53BD9B2}" type="pres">
      <dgm:prSet presAssocID="{C97F8F13-694E-4FC0-B2D1-FCD07CDD1A6A}" presName="rootConnector" presStyleLbl="node3" presStyleIdx="0" presStyleCnt="9"/>
      <dgm:spPr/>
    </dgm:pt>
    <dgm:pt modelId="{76490CDA-4385-430F-9E2A-F73011641706}" type="pres">
      <dgm:prSet presAssocID="{C97F8F13-694E-4FC0-B2D1-FCD07CDD1A6A}" presName="hierChild4" presStyleCnt="0"/>
      <dgm:spPr/>
    </dgm:pt>
    <dgm:pt modelId="{94CAE29B-F041-4F19-A131-6EA4BA6A6B54}" type="pres">
      <dgm:prSet presAssocID="{C97F8F13-694E-4FC0-B2D1-FCD07CDD1A6A}" presName="hierChild5" presStyleCnt="0"/>
      <dgm:spPr/>
    </dgm:pt>
    <dgm:pt modelId="{097E56FF-643C-461F-A20B-B660CF608FB7}" type="pres">
      <dgm:prSet presAssocID="{977522CD-194F-4CF7-B014-85E12A35C261}" presName="Name37" presStyleLbl="parChTrans1D3" presStyleIdx="1" presStyleCnt="9"/>
      <dgm:spPr/>
    </dgm:pt>
    <dgm:pt modelId="{F61C7649-A776-4736-92C2-635605F4D801}" type="pres">
      <dgm:prSet presAssocID="{7ED2B3EC-3794-43B7-B590-7D4919446623}" presName="hierRoot2" presStyleCnt="0">
        <dgm:presLayoutVars>
          <dgm:hierBranch val="init"/>
        </dgm:presLayoutVars>
      </dgm:prSet>
      <dgm:spPr/>
    </dgm:pt>
    <dgm:pt modelId="{D540428B-D253-47A4-BC17-DAC5D4694FC3}" type="pres">
      <dgm:prSet presAssocID="{7ED2B3EC-3794-43B7-B590-7D4919446623}" presName="rootComposite" presStyleCnt="0"/>
      <dgm:spPr/>
    </dgm:pt>
    <dgm:pt modelId="{EC4BED9C-3FBC-4CF1-B70B-EFB2F6C624FD}" type="pres">
      <dgm:prSet presAssocID="{7ED2B3EC-3794-43B7-B590-7D4919446623}" presName="rootText" presStyleLbl="node3" presStyleIdx="1" presStyleCnt="9">
        <dgm:presLayoutVars>
          <dgm:chPref val="3"/>
        </dgm:presLayoutVars>
      </dgm:prSet>
      <dgm:spPr/>
    </dgm:pt>
    <dgm:pt modelId="{9536E556-5621-4D95-A8CA-0FA0C4CCE3F4}" type="pres">
      <dgm:prSet presAssocID="{7ED2B3EC-3794-43B7-B590-7D4919446623}" presName="rootConnector" presStyleLbl="node3" presStyleIdx="1" presStyleCnt="9"/>
      <dgm:spPr/>
    </dgm:pt>
    <dgm:pt modelId="{88E12D04-EC37-442E-8675-26A5E8D53369}" type="pres">
      <dgm:prSet presAssocID="{7ED2B3EC-3794-43B7-B590-7D4919446623}" presName="hierChild4" presStyleCnt="0"/>
      <dgm:spPr/>
    </dgm:pt>
    <dgm:pt modelId="{1FDE5A96-CF65-4336-8331-499FA2CACF74}" type="pres">
      <dgm:prSet presAssocID="{7ED2B3EC-3794-43B7-B590-7D4919446623}" presName="hierChild5" presStyleCnt="0"/>
      <dgm:spPr/>
    </dgm:pt>
    <dgm:pt modelId="{722048FA-B22C-45CA-AC15-7EDF22C32FF5}" type="pres">
      <dgm:prSet presAssocID="{96A23902-81C9-4DF3-A0D3-20DA45DF87D4}" presName="hierChild5" presStyleCnt="0"/>
      <dgm:spPr/>
    </dgm:pt>
    <dgm:pt modelId="{9E5D05DC-31F9-4C86-AFF6-7C63999711FA}" type="pres">
      <dgm:prSet presAssocID="{11FD29FC-6264-45F6-A601-816073F8B373}" presName="Name37" presStyleLbl="parChTrans1D2" presStyleIdx="1" presStyleCnt="3"/>
      <dgm:spPr/>
    </dgm:pt>
    <dgm:pt modelId="{88C77AA9-1450-4647-8B74-62DFDC9D16B4}" type="pres">
      <dgm:prSet presAssocID="{D5F81CA0-E39D-4731-A64F-079593DEDBD0}" presName="hierRoot2" presStyleCnt="0">
        <dgm:presLayoutVars>
          <dgm:hierBranch val="init"/>
        </dgm:presLayoutVars>
      </dgm:prSet>
      <dgm:spPr/>
    </dgm:pt>
    <dgm:pt modelId="{B0875B70-9591-44D1-BD3E-6C2AC2D45877}" type="pres">
      <dgm:prSet presAssocID="{D5F81CA0-E39D-4731-A64F-079593DEDBD0}" presName="rootComposite" presStyleCnt="0"/>
      <dgm:spPr/>
    </dgm:pt>
    <dgm:pt modelId="{7B43FF82-EE0B-4058-931A-9A70133FF522}" type="pres">
      <dgm:prSet presAssocID="{D5F81CA0-E39D-4731-A64F-079593DEDBD0}" presName="rootText" presStyleLbl="node2" presStyleIdx="1" presStyleCnt="3">
        <dgm:presLayoutVars>
          <dgm:chPref val="3"/>
        </dgm:presLayoutVars>
      </dgm:prSet>
      <dgm:spPr/>
    </dgm:pt>
    <dgm:pt modelId="{205CA6B2-E197-49F6-AE52-18BEA1C95367}" type="pres">
      <dgm:prSet presAssocID="{D5F81CA0-E39D-4731-A64F-079593DEDBD0}" presName="rootConnector" presStyleLbl="node2" presStyleIdx="1" presStyleCnt="3"/>
      <dgm:spPr/>
    </dgm:pt>
    <dgm:pt modelId="{73EEC00A-E2E0-424E-BEED-7648E7511BE3}" type="pres">
      <dgm:prSet presAssocID="{D5F81CA0-E39D-4731-A64F-079593DEDBD0}" presName="hierChild4" presStyleCnt="0"/>
      <dgm:spPr/>
    </dgm:pt>
    <dgm:pt modelId="{FF2AE139-C672-46CF-91B1-DB8919113895}" type="pres">
      <dgm:prSet presAssocID="{90EA9020-8C91-48B3-B687-A77AE148C1E1}" presName="Name37" presStyleLbl="parChTrans1D3" presStyleIdx="2" presStyleCnt="9"/>
      <dgm:spPr/>
    </dgm:pt>
    <dgm:pt modelId="{00D44E0B-1C43-4516-B2FB-34473FE31240}" type="pres">
      <dgm:prSet presAssocID="{8DB01DF8-43F3-4C86-9BB9-94F30DFB0484}" presName="hierRoot2" presStyleCnt="0">
        <dgm:presLayoutVars>
          <dgm:hierBranch val="init"/>
        </dgm:presLayoutVars>
      </dgm:prSet>
      <dgm:spPr/>
    </dgm:pt>
    <dgm:pt modelId="{A4B4C669-3902-4629-9A51-C263FE4010B9}" type="pres">
      <dgm:prSet presAssocID="{8DB01DF8-43F3-4C86-9BB9-94F30DFB0484}" presName="rootComposite" presStyleCnt="0"/>
      <dgm:spPr/>
    </dgm:pt>
    <dgm:pt modelId="{2E13126F-E912-4E5C-91D4-9CF998157375}" type="pres">
      <dgm:prSet presAssocID="{8DB01DF8-43F3-4C86-9BB9-94F30DFB0484}" presName="rootText" presStyleLbl="node3" presStyleIdx="2" presStyleCnt="9">
        <dgm:presLayoutVars>
          <dgm:chPref val="3"/>
        </dgm:presLayoutVars>
      </dgm:prSet>
      <dgm:spPr/>
    </dgm:pt>
    <dgm:pt modelId="{2E520899-84C2-407C-8263-8E1581477FB6}" type="pres">
      <dgm:prSet presAssocID="{8DB01DF8-43F3-4C86-9BB9-94F30DFB0484}" presName="rootConnector" presStyleLbl="node3" presStyleIdx="2" presStyleCnt="9"/>
      <dgm:spPr/>
    </dgm:pt>
    <dgm:pt modelId="{817E7E84-4AFE-4393-9396-F5B408FCB269}" type="pres">
      <dgm:prSet presAssocID="{8DB01DF8-43F3-4C86-9BB9-94F30DFB0484}" presName="hierChild4" presStyleCnt="0"/>
      <dgm:spPr/>
    </dgm:pt>
    <dgm:pt modelId="{4A8045E0-1D5C-485E-BD6F-0F5E7A5696AC}" type="pres">
      <dgm:prSet presAssocID="{8DB01DF8-43F3-4C86-9BB9-94F30DFB0484}" presName="hierChild5" presStyleCnt="0"/>
      <dgm:spPr/>
    </dgm:pt>
    <dgm:pt modelId="{BD44D730-6E7F-472F-8819-98B2783872EA}" type="pres">
      <dgm:prSet presAssocID="{68F496C7-53AF-4650-A086-2C9827D7DF7D}" presName="Name37" presStyleLbl="parChTrans1D3" presStyleIdx="3" presStyleCnt="9"/>
      <dgm:spPr/>
    </dgm:pt>
    <dgm:pt modelId="{9C0BB3F2-996A-47AB-9973-890E2D5B4DEF}" type="pres">
      <dgm:prSet presAssocID="{04E540F9-5120-4F49-8EEF-CBEE4BF08022}" presName="hierRoot2" presStyleCnt="0">
        <dgm:presLayoutVars>
          <dgm:hierBranch val="init"/>
        </dgm:presLayoutVars>
      </dgm:prSet>
      <dgm:spPr/>
    </dgm:pt>
    <dgm:pt modelId="{ADD4B26E-62F8-4C23-9980-2A11B0F99661}" type="pres">
      <dgm:prSet presAssocID="{04E540F9-5120-4F49-8EEF-CBEE4BF08022}" presName="rootComposite" presStyleCnt="0"/>
      <dgm:spPr/>
    </dgm:pt>
    <dgm:pt modelId="{BBA5217F-3957-4072-9292-4952177D3DEF}" type="pres">
      <dgm:prSet presAssocID="{04E540F9-5120-4F49-8EEF-CBEE4BF08022}" presName="rootText" presStyleLbl="node3" presStyleIdx="3" presStyleCnt="9">
        <dgm:presLayoutVars>
          <dgm:chPref val="3"/>
        </dgm:presLayoutVars>
      </dgm:prSet>
      <dgm:spPr/>
    </dgm:pt>
    <dgm:pt modelId="{940E5AB3-EB58-4914-9E35-7DFDB6B99D57}" type="pres">
      <dgm:prSet presAssocID="{04E540F9-5120-4F49-8EEF-CBEE4BF08022}" presName="rootConnector" presStyleLbl="node3" presStyleIdx="3" presStyleCnt="9"/>
      <dgm:spPr/>
    </dgm:pt>
    <dgm:pt modelId="{46C693C7-C319-484C-A588-C22EAD45DDCD}" type="pres">
      <dgm:prSet presAssocID="{04E540F9-5120-4F49-8EEF-CBEE4BF08022}" presName="hierChild4" presStyleCnt="0"/>
      <dgm:spPr/>
    </dgm:pt>
    <dgm:pt modelId="{6C4C5C7A-4D64-48AB-BC9B-DAE9B0279B27}" type="pres">
      <dgm:prSet presAssocID="{04E540F9-5120-4F49-8EEF-CBEE4BF08022}" presName="hierChild5" presStyleCnt="0"/>
      <dgm:spPr/>
    </dgm:pt>
    <dgm:pt modelId="{4FC9C92C-2879-48A6-B75A-F25E23FA0CFA}" type="pres">
      <dgm:prSet presAssocID="{D04979AF-C3C9-4DF7-9159-4DB2B396E979}" presName="Name37" presStyleLbl="parChTrans1D3" presStyleIdx="4" presStyleCnt="9"/>
      <dgm:spPr/>
    </dgm:pt>
    <dgm:pt modelId="{759BDE82-1DDC-49D2-8DA9-F2BBE3D78E0E}" type="pres">
      <dgm:prSet presAssocID="{210FF4B2-3322-414C-9E5F-CE625705285F}" presName="hierRoot2" presStyleCnt="0">
        <dgm:presLayoutVars>
          <dgm:hierBranch val="init"/>
        </dgm:presLayoutVars>
      </dgm:prSet>
      <dgm:spPr/>
    </dgm:pt>
    <dgm:pt modelId="{48D7C240-439D-47FB-8985-72614DFFF683}" type="pres">
      <dgm:prSet presAssocID="{210FF4B2-3322-414C-9E5F-CE625705285F}" presName="rootComposite" presStyleCnt="0"/>
      <dgm:spPr/>
    </dgm:pt>
    <dgm:pt modelId="{9BA20DEE-BE5D-4BD5-A31C-ED9B9648A774}" type="pres">
      <dgm:prSet presAssocID="{210FF4B2-3322-414C-9E5F-CE625705285F}" presName="rootText" presStyleLbl="node3" presStyleIdx="4" presStyleCnt="9">
        <dgm:presLayoutVars>
          <dgm:chPref val="3"/>
        </dgm:presLayoutVars>
      </dgm:prSet>
      <dgm:spPr/>
    </dgm:pt>
    <dgm:pt modelId="{9B7758B5-EEEA-49E5-BE38-9DBE0F7B945E}" type="pres">
      <dgm:prSet presAssocID="{210FF4B2-3322-414C-9E5F-CE625705285F}" presName="rootConnector" presStyleLbl="node3" presStyleIdx="4" presStyleCnt="9"/>
      <dgm:spPr/>
    </dgm:pt>
    <dgm:pt modelId="{73027D9C-9479-49AC-9064-39F159624610}" type="pres">
      <dgm:prSet presAssocID="{210FF4B2-3322-414C-9E5F-CE625705285F}" presName="hierChild4" presStyleCnt="0"/>
      <dgm:spPr/>
    </dgm:pt>
    <dgm:pt modelId="{E7B495B1-7788-4B76-9098-A83BE3AADC2F}" type="pres">
      <dgm:prSet presAssocID="{210FF4B2-3322-414C-9E5F-CE625705285F}" presName="hierChild5" presStyleCnt="0"/>
      <dgm:spPr/>
    </dgm:pt>
    <dgm:pt modelId="{B03646A7-D55F-44FF-8CBA-C3A336C0AAC3}" type="pres">
      <dgm:prSet presAssocID="{00E2B358-7D13-4D88-9EB4-D231F4ED9665}" presName="Name37" presStyleLbl="parChTrans1D3" presStyleIdx="5" presStyleCnt="9"/>
      <dgm:spPr/>
    </dgm:pt>
    <dgm:pt modelId="{D31E5A79-8919-46D2-AE54-3C630A783CAD}" type="pres">
      <dgm:prSet presAssocID="{3CBE43EC-80FD-4EDD-A7EE-2D7AB042A614}" presName="hierRoot2" presStyleCnt="0">
        <dgm:presLayoutVars>
          <dgm:hierBranch val="init"/>
        </dgm:presLayoutVars>
      </dgm:prSet>
      <dgm:spPr/>
    </dgm:pt>
    <dgm:pt modelId="{5D767EB8-22E0-4C53-ADF9-4E6AA094A37F}" type="pres">
      <dgm:prSet presAssocID="{3CBE43EC-80FD-4EDD-A7EE-2D7AB042A614}" presName="rootComposite" presStyleCnt="0"/>
      <dgm:spPr/>
    </dgm:pt>
    <dgm:pt modelId="{59CBA5E6-ACE8-49B3-AA53-78D7A7C7862C}" type="pres">
      <dgm:prSet presAssocID="{3CBE43EC-80FD-4EDD-A7EE-2D7AB042A614}" presName="rootText" presStyleLbl="node3" presStyleIdx="5" presStyleCnt="9">
        <dgm:presLayoutVars>
          <dgm:chPref val="3"/>
        </dgm:presLayoutVars>
      </dgm:prSet>
      <dgm:spPr/>
    </dgm:pt>
    <dgm:pt modelId="{92B7BD45-6762-42A1-8A20-3DDD4876B2CB}" type="pres">
      <dgm:prSet presAssocID="{3CBE43EC-80FD-4EDD-A7EE-2D7AB042A614}" presName="rootConnector" presStyleLbl="node3" presStyleIdx="5" presStyleCnt="9"/>
      <dgm:spPr/>
    </dgm:pt>
    <dgm:pt modelId="{270B725A-6AF2-4E53-94DD-7E3C5B16AA89}" type="pres">
      <dgm:prSet presAssocID="{3CBE43EC-80FD-4EDD-A7EE-2D7AB042A614}" presName="hierChild4" presStyleCnt="0"/>
      <dgm:spPr/>
    </dgm:pt>
    <dgm:pt modelId="{F35A41AB-94BC-4437-99F2-02FE9425A9A9}" type="pres">
      <dgm:prSet presAssocID="{3CBE43EC-80FD-4EDD-A7EE-2D7AB042A614}" presName="hierChild5" presStyleCnt="0"/>
      <dgm:spPr/>
    </dgm:pt>
    <dgm:pt modelId="{6A9394F3-E7D0-4B2E-8ACD-B33C294A5B23}" type="pres">
      <dgm:prSet presAssocID="{D5F81CA0-E39D-4731-A64F-079593DEDBD0}" presName="hierChild5" presStyleCnt="0"/>
      <dgm:spPr/>
    </dgm:pt>
    <dgm:pt modelId="{41CEC76D-250D-4DCC-9F30-7CFB2E7F39BD}" type="pres">
      <dgm:prSet presAssocID="{2183FFD7-1627-4FA8-94B9-F1FD657299B4}" presName="Name37" presStyleLbl="parChTrans1D2" presStyleIdx="2" presStyleCnt="3"/>
      <dgm:spPr/>
    </dgm:pt>
    <dgm:pt modelId="{C37BACD5-A653-4C55-BE7A-B3F7E9C2163D}" type="pres">
      <dgm:prSet presAssocID="{12DD3E3C-6F85-4627-9CE2-FBB7781DD0D0}" presName="hierRoot2" presStyleCnt="0">
        <dgm:presLayoutVars>
          <dgm:hierBranch val="init"/>
        </dgm:presLayoutVars>
      </dgm:prSet>
      <dgm:spPr/>
    </dgm:pt>
    <dgm:pt modelId="{70308129-DA9A-4E52-944C-1D64942C0D0A}" type="pres">
      <dgm:prSet presAssocID="{12DD3E3C-6F85-4627-9CE2-FBB7781DD0D0}" presName="rootComposite" presStyleCnt="0"/>
      <dgm:spPr/>
    </dgm:pt>
    <dgm:pt modelId="{A0F35842-5EBD-485E-9287-A016336E3272}" type="pres">
      <dgm:prSet presAssocID="{12DD3E3C-6F85-4627-9CE2-FBB7781DD0D0}" presName="rootText" presStyleLbl="node2" presStyleIdx="2" presStyleCnt="3">
        <dgm:presLayoutVars>
          <dgm:chPref val="3"/>
        </dgm:presLayoutVars>
      </dgm:prSet>
      <dgm:spPr/>
    </dgm:pt>
    <dgm:pt modelId="{5F378B01-4B4F-4528-B6CA-9B8B30E8E785}" type="pres">
      <dgm:prSet presAssocID="{12DD3E3C-6F85-4627-9CE2-FBB7781DD0D0}" presName="rootConnector" presStyleLbl="node2" presStyleIdx="2" presStyleCnt="3"/>
      <dgm:spPr/>
    </dgm:pt>
    <dgm:pt modelId="{753E7038-24FA-4568-8928-435BE8226892}" type="pres">
      <dgm:prSet presAssocID="{12DD3E3C-6F85-4627-9CE2-FBB7781DD0D0}" presName="hierChild4" presStyleCnt="0"/>
      <dgm:spPr/>
    </dgm:pt>
    <dgm:pt modelId="{06C5B118-087C-4BA4-A148-BD173AC952D1}" type="pres">
      <dgm:prSet presAssocID="{6A178D4D-02A5-49E8-A00D-78FC210A292E}" presName="Name37" presStyleLbl="parChTrans1D3" presStyleIdx="6" presStyleCnt="9"/>
      <dgm:spPr/>
    </dgm:pt>
    <dgm:pt modelId="{BF313746-D59E-4E62-AC1C-2347D6661DE7}" type="pres">
      <dgm:prSet presAssocID="{41A57FEC-39BC-414B-B6FF-D81F87F35C1C}" presName="hierRoot2" presStyleCnt="0">
        <dgm:presLayoutVars>
          <dgm:hierBranch val="init"/>
        </dgm:presLayoutVars>
      </dgm:prSet>
      <dgm:spPr/>
    </dgm:pt>
    <dgm:pt modelId="{0001BC38-DF1D-4E6E-AD55-FA2C6EBD8354}" type="pres">
      <dgm:prSet presAssocID="{41A57FEC-39BC-414B-B6FF-D81F87F35C1C}" presName="rootComposite" presStyleCnt="0"/>
      <dgm:spPr/>
    </dgm:pt>
    <dgm:pt modelId="{D3212C4E-7E63-4140-91B7-186F31942A91}" type="pres">
      <dgm:prSet presAssocID="{41A57FEC-39BC-414B-B6FF-D81F87F35C1C}" presName="rootText" presStyleLbl="node3" presStyleIdx="6" presStyleCnt="9">
        <dgm:presLayoutVars>
          <dgm:chPref val="3"/>
        </dgm:presLayoutVars>
      </dgm:prSet>
      <dgm:spPr/>
    </dgm:pt>
    <dgm:pt modelId="{757C806E-1144-48E7-8AB0-1D6FA8DCEFBC}" type="pres">
      <dgm:prSet presAssocID="{41A57FEC-39BC-414B-B6FF-D81F87F35C1C}" presName="rootConnector" presStyleLbl="node3" presStyleIdx="6" presStyleCnt="9"/>
      <dgm:spPr/>
    </dgm:pt>
    <dgm:pt modelId="{CCFE6A5A-855A-4F5E-9A3A-38505985259E}" type="pres">
      <dgm:prSet presAssocID="{41A57FEC-39BC-414B-B6FF-D81F87F35C1C}" presName="hierChild4" presStyleCnt="0"/>
      <dgm:spPr/>
    </dgm:pt>
    <dgm:pt modelId="{D66873EA-B266-4A7C-B9A7-DA0E0993E6CE}" type="pres">
      <dgm:prSet presAssocID="{AB17FA31-C899-4B11-8D18-35255B4A8419}" presName="Name37" presStyleLbl="parChTrans1D4" presStyleIdx="0" presStyleCnt="5"/>
      <dgm:spPr/>
    </dgm:pt>
    <dgm:pt modelId="{A8943991-2745-4214-B352-C5F0F5136253}" type="pres">
      <dgm:prSet presAssocID="{197558AD-2792-4ACA-9B6F-665FEA4A3BF7}" presName="hierRoot2" presStyleCnt="0">
        <dgm:presLayoutVars>
          <dgm:hierBranch val="init"/>
        </dgm:presLayoutVars>
      </dgm:prSet>
      <dgm:spPr/>
    </dgm:pt>
    <dgm:pt modelId="{72FACD31-7FA3-405C-9020-B30CF3221DBF}" type="pres">
      <dgm:prSet presAssocID="{197558AD-2792-4ACA-9B6F-665FEA4A3BF7}" presName="rootComposite" presStyleCnt="0"/>
      <dgm:spPr/>
    </dgm:pt>
    <dgm:pt modelId="{509440DE-ABA5-4691-B4FB-4DC3EE249613}" type="pres">
      <dgm:prSet presAssocID="{197558AD-2792-4ACA-9B6F-665FEA4A3BF7}" presName="rootText" presStyleLbl="node4" presStyleIdx="0" presStyleCnt="5">
        <dgm:presLayoutVars>
          <dgm:chPref val="3"/>
        </dgm:presLayoutVars>
      </dgm:prSet>
      <dgm:spPr/>
    </dgm:pt>
    <dgm:pt modelId="{26E1EE25-540F-4177-8F8E-A93AD06CF5BD}" type="pres">
      <dgm:prSet presAssocID="{197558AD-2792-4ACA-9B6F-665FEA4A3BF7}" presName="rootConnector" presStyleLbl="node4" presStyleIdx="0" presStyleCnt="5"/>
      <dgm:spPr/>
    </dgm:pt>
    <dgm:pt modelId="{34CACD7C-428E-4C9E-A9DE-2E7E92B47B81}" type="pres">
      <dgm:prSet presAssocID="{197558AD-2792-4ACA-9B6F-665FEA4A3BF7}" presName="hierChild4" presStyleCnt="0"/>
      <dgm:spPr/>
    </dgm:pt>
    <dgm:pt modelId="{F13955AE-3A4A-4BFE-AB98-448BF95051E4}" type="pres">
      <dgm:prSet presAssocID="{197558AD-2792-4ACA-9B6F-665FEA4A3BF7}" presName="hierChild5" presStyleCnt="0"/>
      <dgm:spPr/>
    </dgm:pt>
    <dgm:pt modelId="{649C21AE-235D-4E58-BCB3-2421767DB45A}" type="pres">
      <dgm:prSet presAssocID="{335C7A09-D401-4424-A52C-EE896F1433B6}" presName="Name37" presStyleLbl="parChTrans1D4" presStyleIdx="1" presStyleCnt="5"/>
      <dgm:spPr/>
    </dgm:pt>
    <dgm:pt modelId="{1B3B0738-4AC2-447B-A380-E590E1C3AF63}" type="pres">
      <dgm:prSet presAssocID="{CB6C7D02-1C0E-4678-A6B1-5DA13DD114A9}" presName="hierRoot2" presStyleCnt="0">
        <dgm:presLayoutVars>
          <dgm:hierBranch val="init"/>
        </dgm:presLayoutVars>
      </dgm:prSet>
      <dgm:spPr/>
    </dgm:pt>
    <dgm:pt modelId="{B4E6EF51-3599-473C-AF29-0142D60FF231}" type="pres">
      <dgm:prSet presAssocID="{CB6C7D02-1C0E-4678-A6B1-5DA13DD114A9}" presName="rootComposite" presStyleCnt="0"/>
      <dgm:spPr/>
    </dgm:pt>
    <dgm:pt modelId="{8ABBEB4C-A248-44E2-A68A-24E25A24EB09}" type="pres">
      <dgm:prSet presAssocID="{CB6C7D02-1C0E-4678-A6B1-5DA13DD114A9}" presName="rootText" presStyleLbl="node4" presStyleIdx="1" presStyleCnt="5">
        <dgm:presLayoutVars>
          <dgm:chPref val="3"/>
        </dgm:presLayoutVars>
      </dgm:prSet>
      <dgm:spPr/>
    </dgm:pt>
    <dgm:pt modelId="{18BE9C20-E4DF-4B59-83B5-AC02F184C35E}" type="pres">
      <dgm:prSet presAssocID="{CB6C7D02-1C0E-4678-A6B1-5DA13DD114A9}" presName="rootConnector" presStyleLbl="node4" presStyleIdx="1" presStyleCnt="5"/>
      <dgm:spPr/>
    </dgm:pt>
    <dgm:pt modelId="{A42FB050-1C2E-4477-88A9-4AF3001F93D4}" type="pres">
      <dgm:prSet presAssocID="{CB6C7D02-1C0E-4678-A6B1-5DA13DD114A9}" presName="hierChild4" presStyleCnt="0"/>
      <dgm:spPr/>
    </dgm:pt>
    <dgm:pt modelId="{AFA29BD7-C570-44DD-B32C-131D7C8A47A0}" type="pres">
      <dgm:prSet presAssocID="{CB6C7D02-1C0E-4678-A6B1-5DA13DD114A9}" presName="hierChild5" presStyleCnt="0"/>
      <dgm:spPr/>
    </dgm:pt>
    <dgm:pt modelId="{CD8ED960-0823-4A10-B52A-0750DD870704}" type="pres">
      <dgm:prSet presAssocID="{7D75D076-01AC-478B-8921-72EC979E3407}" presName="Name37" presStyleLbl="parChTrans1D4" presStyleIdx="2" presStyleCnt="5"/>
      <dgm:spPr/>
    </dgm:pt>
    <dgm:pt modelId="{79F83F34-340D-4B18-9DBF-75A83F648399}" type="pres">
      <dgm:prSet presAssocID="{067F85CE-9B65-4D26-A0C4-4E6FBDC92D4E}" presName="hierRoot2" presStyleCnt="0">
        <dgm:presLayoutVars>
          <dgm:hierBranch val="init"/>
        </dgm:presLayoutVars>
      </dgm:prSet>
      <dgm:spPr/>
    </dgm:pt>
    <dgm:pt modelId="{71B0F1FB-8FC8-435F-A99B-E73F899CCC1A}" type="pres">
      <dgm:prSet presAssocID="{067F85CE-9B65-4D26-A0C4-4E6FBDC92D4E}" presName="rootComposite" presStyleCnt="0"/>
      <dgm:spPr/>
    </dgm:pt>
    <dgm:pt modelId="{DCCBA5D6-1251-430F-B419-FCB97E14EFC8}" type="pres">
      <dgm:prSet presAssocID="{067F85CE-9B65-4D26-A0C4-4E6FBDC92D4E}" presName="rootText" presStyleLbl="node4" presStyleIdx="2" presStyleCnt="5">
        <dgm:presLayoutVars>
          <dgm:chPref val="3"/>
        </dgm:presLayoutVars>
      </dgm:prSet>
      <dgm:spPr/>
    </dgm:pt>
    <dgm:pt modelId="{051872A7-6FFB-4396-BB34-7DB1C7B99B91}" type="pres">
      <dgm:prSet presAssocID="{067F85CE-9B65-4D26-A0C4-4E6FBDC92D4E}" presName="rootConnector" presStyleLbl="node4" presStyleIdx="2" presStyleCnt="5"/>
      <dgm:spPr/>
    </dgm:pt>
    <dgm:pt modelId="{1219AD21-D4BD-439D-895C-E1AA86D06577}" type="pres">
      <dgm:prSet presAssocID="{067F85CE-9B65-4D26-A0C4-4E6FBDC92D4E}" presName="hierChild4" presStyleCnt="0"/>
      <dgm:spPr/>
    </dgm:pt>
    <dgm:pt modelId="{EF43246A-45EE-43FD-8EFD-DC1ECCD3A655}" type="pres">
      <dgm:prSet presAssocID="{067F85CE-9B65-4D26-A0C4-4E6FBDC92D4E}" presName="hierChild5" presStyleCnt="0"/>
      <dgm:spPr/>
    </dgm:pt>
    <dgm:pt modelId="{2ABE6466-CE82-4574-8D0D-7C614A47D76D}" type="pres">
      <dgm:prSet presAssocID="{8F4330D8-38CC-4BFA-8908-BAFAB435CC0C}" presName="Name37" presStyleLbl="parChTrans1D4" presStyleIdx="3" presStyleCnt="5"/>
      <dgm:spPr/>
    </dgm:pt>
    <dgm:pt modelId="{09A90400-35D4-44DA-ABE5-3B8B42E51FB6}" type="pres">
      <dgm:prSet presAssocID="{FD990671-1E62-4187-A783-CD5E24D3AE9E}" presName="hierRoot2" presStyleCnt="0">
        <dgm:presLayoutVars>
          <dgm:hierBranch val="init"/>
        </dgm:presLayoutVars>
      </dgm:prSet>
      <dgm:spPr/>
    </dgm:pt>
    <dgm:pt modelId="{78D06D3B-21A4-4DF7-93BD-043AEF718673}" type="pres">
      <dgm:prSet presAssocID="{FD990671-1E62-4187-A783-CD5E24D3AE9E}" presName="rootComposite" presStyleCnt="0"/>
      <dgm:spPr/>
    </dgm:pt>
    <dgm:pt modelId="{325EE765-69B2-44B6-A4C5-05BD99809A99}" type="pres">
      <dgm:prSet presAssocID="{FD990671-1E62-4187-A783-CD5E24D3AE9E}" presName="rootText" presStyleLbl="node4" presStyleIdx="3" presStyleCnt="5">
        <dgm:presLayoutVars>
          <dgm:chPref val="3"/>
        </dgm:presLayoutVars>
      </dgm:prSet>
      <dgm:spPr/>
    </dgm:pt>
    <dgm:pt modelId="{8101496E-4A67-4F52-A510-E724B11FEA38}" type="pres">
      <dgm:prSet presAssocID="{FD990671-1E62-4187-A783-CD5E24D3AE9E}" presName="rootConnector" presStyleLbl="node4" presStyleIdx="3" presStyleCnt="5"/>
      <dgm:spPr/>
    </dgm:pt>
    <dgm:pt modelId="{458AF515-4D7C-4AFD-BFE7-AAA7E7065AAD}" type="pres">
      <dgm:prSet presAssocID="{FD990671-1E62-4187-A783-CD5E24D3AE9E}" presName="hierChild4" presStyleCnt="0"/>
      <dgm:spPr/>
    </dgm:pt>
    <dgm:pt modelId="{7065DE22-8EB5-4584-B1CE-BCE1A3ED40F7}" type="pres">
      <dgm:prSet presAssocID="{FD990671-1E62-4187-A783-CD5E24D3AE9E}" presName="hierChild5" presStyleCnt="0"/>
      <dgm:spPr/>
    </dgm:pt>
    <dgm:pt modelId="{6818F745-7BF3-4585-8BB1-8C56CA15EFF8}" type="pres">
      <dgm:prSet presAssocID="{41A57FEC-39BC-414B-B6FF-D81F87F35C1C}" presName="hierChild5" presStyleCnt="0"/>
      <dgm:spPr/>
    </dgm:pt>
    <dgm:pt modelId="{1F2B2CAB-A54E-44C0-8E4A-E1B353046DA5}" type="pres">
      <dgm:prSet presAssocID="{E64DDEA0-9CA5-48BD-9184-AE7D7DA36BDB}" presName="Name37" presStyleLbl="parChTrans1D3" presStyleIdx="7" presStyleCnt="9"/>
      <dgm:spPr/>
    </dgm:pt>
    <dgm:pt modelId="{FF1FFC8B-38CF-4E15-BC69-E06F67D5991D}" type="pres">
      <dgm:prSet presAssocID="{58B21BD5-AE3D-4B39-9123-51E519252D26}" presName="hierRoot2" presStyleCnt="0">
        <dgm:presLayoutVars>
          <dgm:hierBranch val="init"/>
        </dgm:presLayoutVars>
      </dgm:prSet>
      <dgm:spPr/>
    </dgm:pt>
    <dgm:pt modelId="{511B53D2-DF8B-4279-9E73-7F0B0CE68B44}" type="pres">
      <dgm:prSet presAssocID="{58B21BD5-AE3D-4B39-9123-51E519252D26}" presName="rootComposite" presStyleCnt="0"/>
      <dgm:spPr/>
    </dgm:pt>
    <dgm:pt modelId="{D60BE628-FCA0-4D2D-861C-9F3F45B7730F}" type="pres">
      <dgm:prSet presAssocID="{58B21BD5-AE3D-4B39-9123-51E519252D26}" presName="rootText" presStyleLbl="node3" presStyleIdx="7" presStyleCnt="9">
        <dgm:presLayoutVars>
          <dgm:chPref val="3"/>
        </dgm:presLayoutVars>
      </dgm:prSet>
      <dgm:spPr/>
    </dgm:pt>
    <dgm:pt modelId="{447B5E42-DC34-4638-A6BE-DAA3EF172A9D}" type="pres">
      <dgm:prSet presAssocID="{58B21BD5-AE3D-4B39-9123-51E519252D26}" presName="rootConnector" presStyleLbl="node3" presStyleIdx="7" presStyleCnt="9"/>
      <dgm:spPr/>
    </dgm:pt>
    <dgm:pt modelId="{5E095DB4-2E06-41DB-8BA2-5AA5B6B8D159}" type="pres">
      <dgm:prSet presAssocID="{58B21BD5-AE3D-4B39-9123-51E519252D26}" presName="hierChild4" presStyleCnt="0"/>
      <dgm:spPr/>
    </dgm:pt>
    <dgm:pt modelId="{86C67163-59C2-4D1A-802D-16368B005A14}" type="pres">
      <dgm:prSet presAssocID="{A8AE1E52-D19E-45EE-849F-86F669E20ECE}" presName="Name37" presStyleLbl="parChTrans1D4" presStyleIdx="4" presStyleCnt="5"/>
      <dgm:spPr/>
    </dgm:pt>
    <dgm:pt modelId="{775C1EDD-C857-46A2-B906-D2545CACC3B4}" type="pres">
      <dgm:prSet presAssocID="{45E5C893-52B6-4540-8731-D701C6A71E4E}" presName="hierRoot2" presStyleCnt="0">
        <dgm:presLayoutVars>
          <dgm:hierBranch val="init"/>
        </dgm:presLayoutVars>
      </dgm:prSet>
      <dgm:spPr/>
    </dgm:pt>
    <dgm:pt modelId="{50FC7ED8-D49A-42A5-8C9A-84119654D55E}" type="pres">
      <dgm:prSet presAssocID="{45E5C893-52B6-4540-8731-D701C6A71E4E}" presName="rootComposite" presStyleCnt="0"/>
      <dgm:spPr/>
    </dgm:pt>
    <dgm:pt modelId="{A5B57666-75FA-4957-AB3A-20D8064D6ADA}" type="pres">
      <dgm:prSet presAssocID="{45E5C893-52B6-4540-8731-D701C6A71E4E}" presName="rootText" presStyleLbl="node4" presStyleIdx="4" presStyleCnt="5">
        <dgm:presLayoutVars>
          <dgm:chPref val="3"/>
        </dgm:presLayoutVars>
      </dgm:prSet>
      <dgm:spPr/>
    </dgm:pt>
    <dgm:pt modelId="{8DB5CA28-5A88-4A8D-BE87-1EB8396D0D23}" type="pres">
      <dgm:prSet presAssocID="{45E5C893-52B6-4540-8731-D701C6A71E4E}" presName="rootConnector" presStyleLbl="node4" presStyleIdx="4" presStyleCnt="5"/>
      <dgm:spPr/>
    </dgm:pt>
    <dgm:pt modelId="{DCE98CC4-6B88-4CA0-9ED5-D77E71593265}" type="pres">
      <dgm:prSet presAssocID="{45E5C893-52B6-4540-8731-D701C6A71E4E}" presName="hierChild4" presStyleCnt="0"/>
      <dgm:spPr/>
    </dgm:pt>
    <dgm:pt modelId="{792EC604-B651-45CF-AD37-54D3F55112C6}" type="pres">
      <dgm:prSet presAssocID="{45E5C893-52B6-4540-8731-D701C6A71E4E}" presName="hierChild5" presStyleCnt="0"/>
      <dgm:spPr/>
    </dgm:pt>
    <dgm:pt modelId="{297C70B6-B247-4D38-865B-064E0B8F6EC8}" type="pres">
      <dgm:prSet presAssocID="{58B21BD5-AE3D-4B39-9123-51E519252D26}" presName="hierChild5" presStyleCnt="0"/>
      <dgm:spPr/>
    </dgm:pt>
    <dgm:pt modelId="{4B2CDB12-4BB3-40F1-BAAD-14B056D22CE0}" type="pres">
      <dgm:prSet presAssocID="{A0BB9767-A6D8-4DA9-94A6-6262A892C312}" presName="Name37" presStyleLbl="parChTrans1D3" presStyleIdx="8" presStyleCnt="9"/>
      <dgm:spPr/>
    </dgm:pt>
    <dgm:pt modelId="{04FE2613-33CD-4A81-B1AB-624418500E11}" type="pres">
      <dgm:prSet presAssocID="{C6E1585E-834E-491D-AD49-947C58BDDE52}" presName="hierRoot2" presStyleCnt="0">
        <dgm:presLayoutVars>
          <dgm:hierBranch val="init"/>
        </dgm:presLayoutVars>
      </dgm:prSet>
      <dgm:spPr/>
    </dgm:pt>
    <dgm:pt modelId="{2F796EF2-E321-473F-9199-E77A5E8F5264}" type="pres">
      <dgm:prSet presAssocID="{C6E1585E-834E-491D-AD49-947C58BDDE52}" presName="rootComposite" presStyleCnt="0"/>
      <dgm:spPr/>
    </dgm:pt>
    <dgm:pt modelId="{74009D3F-EC7D-477C-8B4C-00A74E2D80B6}" type="pres">
      <dgm:prSet presAssocID="{C6E1585E-834E-491D-AD49-947C58BDDE52}" presName="rootText" presStyleLbl="node3" presStyleIdx="8" presStyleCnt="9">
        <dgm:presLayoutVars>
          <dgm:chPref val="3"/>
        </dgm:presLayoutVars>
      </dgm:prSet>
      <dgm:spPr/>
    </dgm:pt>
    <dgm:pt modelId="{C7F39F26-B4BD-4679-A90C-7B0ED4956EFF}" type="pres">
      <dgm:prSet presAssocID="{C6E1585E-834E-491D-AD49-947C58BDDE52}" presName="rootConnector" presStyleLbl="node3" presStyleIdx="8" presStyleCnt="9"/>
      <dgm:spPr/>
    </dgm:pt>
    <dgm:pt modelId="{71F2A0AB-E675-4B68-89B8-FDC76511A169}" type="pres">
      <dgm:prSet presAssocID="{C6E1585E-834E-491D-AD49-947C58BDDE52}" presName="hierChild4" presStyleCnt="0"/>
      <dgm:spPr/>
    </dgm:pt>
    <dgm:pt modelId="{DA36EE24-FA76-4B9F-B0E0-A123A099F21A}" type="pres">
      <dgm:prSet presAssocID="{C6E1585E-834E-491D-AD49-947C58BDDE52}" presName="hierChild5" presStyleCnt="0"/>
      <dgm:spPr/>
    </dgm:pt>
    <dgm:pt modelId="{8BFC1EBC-DDE6-4FF4-BA23-B13A1C230F52}" type="pres">
      <dgm:prSet presAssocID="{12DD3E3C-6F85-4627-9CE2-FBB7781DD0D0}" presName="hierChild5" presStyleCnt="0"/>
      <dgm:spPr/>
    </dgm:pt>
    <dgm:pt modelId="{C5A15738-FAF5-4AA5-AB13-737158CDA734}" type="pres">
      <dgm:prSet presAssocID="{16F2700F-FDA8-4A4B-9E0E-450EE4E451C2}" presName="hierChild3" presStyleCnt="0"/>
      <dgm:spPr/>
    </dgm:pt>
  </dgm:ptLst>
  <dgm:cxnLst>
    <dgm:cxn modelId="{9C15CF01-7342-452C-8C76-D099FCF8B8F3}" type="presOf" srcId="{68F496C7-53AF-4650-A086-2C9827D7DF7D}" destId="{BD44D730-6E7F-472F-8819-98B2783872EA}" srcOrd="0" destOrd="0" presId="urn:microsoft.com/office/officeart/2005/8/layout/orgChart1"/>
    <dgm:cxn modelId="{08D55B04-EDE7-45CD-9BC9-71860A9D5220}" type="presOf" srcId="{41A57FEC-39BC-414B-B6FF-D81F87F35C1C}" destId="{757C806E-1144-48E7-8AB0-1D6FA8DCEFBC}" srcOrd="1" destOrd="0" presId="urn:microsoft.com/office/officeart/2005/8/layout/orgChart1"/>
    <dgm:cxn modelId="{DDCA900C-78F8-4271-9770-53B4C3832557}" type="presOf" srcId="{41A57FEC-39BC-414B-B6FF-D81F87F35C1C}" destId="{D3212C4E-7E63-4140-91B7-186F31942A91}" srcOrd="0" destOrd="0" presId="urn:microsoft.com/office/officeart/2005/8/layout/orgChart1"/>
    <dgm:cxn modelId="{D2CCCD12-50F2-47F7-B0DB-5D1CB0D877CF}" type="presOf" srcId="{210FF4B2-3322-414C-9E5F-CE625705285F}" destId="{9BA20DEE-BE5D-4BD5-A31C-ED9B9648A774}" srcOrd="0" destOrd="0" presId="urn:microsoft.com/office/officeart/2005/8/layout/orgChart1"/>
    <dgm:cxn modelId="{04771B16-8AC6-4DDD-9123-5F176684E2CB}" type="presOf" srcId="{12DD3E3C-6F85-4627-9CE2-FBB7781DD0D0}" destId="{5F378B01-4B4F-4528-B6CA-9B8B30E8E785}" srcOrd="1" destOrd="0" presId="urn:microsoft.com/office/officeart/2005/8/layout/orgChart1"/>
    <dgm:cxn modelId="{4A1D7B17-1C10-404F-B716-B08C80B1E23E}" type="presOf" srcId="{C97F8F13-694E-4FC0-B2D1-FCD07CDD1A6A}" destId="{7DB6DB78-BB59-47BB-A49F-859362800567}" srcOrd="0" destOrd="0" presId="urn:microsoft.com/office/officeart/2005/8/layout/orgChart1"/>
    <dgm:cxn modelId="{AD02AD1F-974C-432F-8CB4-D9A23D8DED5A}" srcId="{D5F81CA0-E39D-4731-A64F-079593DEDBD0}" destId="{8DB01DF8-43F3-4C86-9BB9-94F30DFB0484}" srcOrd="0" destOrd="0" parTransId="{90EA9020-8C91-48B3-B687-A77AE148C1E1}" sibTransId="{724AE570-04C5-4C65-B3F2-87466028F919}"/>
    <dgm:cxn modelId="{965E9D20-42B7-43DD-969F-4729D99AFE89}" type="presOf" srcId="{12DD3E3C-6F85-4627-9CE2-FBB7781DD0D0}" destId="{A0F35842-5EBD-485E-9287-A016336E3272}" srcOrd="0" destOrd="0" presId="urn:microsoft.com/office/officeart/2005/8/layout/orgChart1"/>
    <dgm:cxn modelId="{17352E29-521B-455E-B362-6221EA744483}" type="presOf" srcId="{58B21BD5-AE3D-4B39-9123-51E519252D26}" destId="{D60BE628-FCA0-4D2D-861C-9F3F45B7730F}" srcOrd="0" destOrd="0" presId="urn:microsoft.com/office/officeart/2005/8/layout/orgChart1"/>
    <dgm:cxn modelId="{0DDEE729-2D83-47F2-B2FE-89A4B529B470}" type="presOf" srcId="{04E540F9-5120-4F49-8EEF-CBEE4BF08022}" destId="{BBA5217F-3957-4072-9292-4952177D3DEF}" srcOrd="0" destOrd="0" presId="urn:microsoft.com/office/officeart/2005/8/layout/orgChart1"/>
    <dgm:cxn modelId="{0B59992A-5C2E-4407-AC6D-6B9D0AD4B638}" type="presOf" srcId="{6691BAE4-3C20-4B8C-9B49-56854CD0C992}" destId="{5D53789A-E4D5-400F-B0FF-29536A3CEFF9}" srcOrd="0" destOrd="0" presId="urn:microsoft.com/office/officeart/2005/8/layout/orgChart1"/>
    <dgm:cxn modelId="{986E8C2E-E5D7-4CFE-A70D-F16E359001A2}" type="presOf" srcId="{6A178D4D-02A5-49E8-A00D-78FC210A292E}" destId="{06C5B118-087C-4BA4-A148-BD173AC952D1}" srcOrd="0" destOrd="0" presId="urn:microsoft.com/office/officeart/2005/8/layout/orgChart1"/>
    <dgm:cxn modelId="{280D8833-6D68-40A7-8678-A01C53270B70}" srcId="{41A57FEC-39BC-414B-B6FF-D81F87F35C1C}" destId="{CB6C7D02-1C0E-4678-A6B1-5DA13DD114A9}" srcOrd="1" destOrd="0" parTransId="{335C7A09-D401-4424-A52C-EE896F1433B6}" sibTransId="{9A44E8A8-54E9-4A28-9F0C-63DBBF1AE5B8}"/>
    <dgm:cxn modelId="{9DF71634-C823-4AEF-ACAD-9A5470C3796D}" srcId="{41A57FEC-39BC-414B-B6FF-D81F87F35C1C}" destId="{197558AD-2792-4ACA-9B6F-665FEA4A3BF7}" srcOrd="0" destOrd="0" parTransId="{AB17FA31-C899-4B11-8D18-35255B4A8419}" sibTransId="{EA386168-F086-4341-90CF-08FAB313C9F3}"/>
    <dgm:cxn modelId="{5184BD39-43FB-4EB6-9D7A-58643F33EB57}" type="presOf" srcId="{45E5C893-52B6-4540-8731-D701C6A71E4E}" destId="{A5B57666-75FA-4957-AB3A-20D8064D6ADA}" srcOrd="0" destOrd="0" presId="urn:microsoft.com/office/officeart/2005/8/layout/orgChart1"/>
    <dgm:cxn modelId="{C27D1D3E-5AFD-42E1-ABD1-5AE0BB53521D}" srcId="{96A23902-81C9-4DF3-A0D3-20DA45DF87D4}" destId="{C97F8F13-694E-4FC0-B2D1-FCD07CDD1A6A}" srcOrd="0" destOrd="0" parTransId="{20BA140C-902D-4A06-8E55-64E3E5717422}" sibTransId="{8E7DA313-5B41-4EC6-BE5F-BC52CE5D49C2}"/>
    <dgm:cxn modelId="{3150983E-222B-4F7D-BC45-69026A285C88}" type="presOf" srcId="{C6E1585E-834E-491D-AD49-947C58BDDE52}" destId="{74009D3F-EC7D-477C-8B4C-00A74E2D80B6}" srcOrd="0" destOrd="0" presId="urn:microsoft.com/office/officeart/2005/8/layout/orgChart1"/>
    <dgm:cxn modelId="{4E49FD3E-9A1F-4501-81D7-3F165D1AA751}" srcId="{12DD3E3C-6F85-4627-9CE2-FBB7781DD0D0}" destId="{41A57FEC-39BC-414B-B6FF-D81F87F35C1C}" srcOrd="0" destOrd="0" parTransId="{6A178D4D-02A5-49E8-A00D-78FC210A292E}" sibTransId="{C3F7036F-3115-4B6F-8F92-4956E0647436}"/>
    <dgm:cxn modelId="{02BAE15B-5BFD-4724-B3CF-3E8CF3767B7A}" type="presOf" srcId="{7ED2B3EC-3794-43B7-B590-7D4919446623}" destId="{9536E556-5621-4D95-A8CA-0FA0C4CCE3F4}" srcOrd="1" destOrd="0" presId="urn:microsoft.com/office/officeart/2005/8/layout/orgChart1"/>
    <dgm:cxn modelId="{6DA2855D-D95F-4C10-9423-9373001939D1}" type="presOf" srcId="{96A23902-81C9-4DF3-A0D3-20DA45DF87D4}" destId="{E7782025-DFDA-4799-BCA4-83606F2E745A}" srcOrd="1" destOrd="0" presId="urn:microsoft.com/office/officeart/2005/8/layout/orgChart1"/>
    <dgm:cxn modelId="{7E39B25D-E317-432C-8322-7B7733E470C1}" type="presOf" srcId="{FD990671-1E62-4187-A783-CD5E24D3AE9E}" destId="{8101496E-4A67-4F52-A510-E724B11FEA38}" srcOrd="1" destOrd="0" presId="urn:microsoft.com/office/officeart/2005/8/layout/orgChart1"/>
    <dgm:cxn modelId="{D4CCAE42-600C-47C6-897A-ABF76D5177A4}" srcId="{12DD3E3C-6F85-4627-9CE2-FBB7781DD0D0}" destId="{58B21BD5-AE3D-4B39-9123-51E519252D26}" srcOrd="1" destOrd="0" parTransId="{E64DDEA0-9CA5-48BD-9184-AE7D7DA36BDB}" sibTransId="{7300C3E8-E985-4329-BFBD-AD1EDFAF744C}"/>
    <dgm:cxn modelId="{BD8BBA43-0811-4282-86EF-80AF393F30F5}" type="presOf" srcId="{C97F8F13-694E-4FC0-B2D1-FCD07CDD1A6A}" destId="{EEB816C1-38ED-40E4-AE06-55CFD53BD9B2}" srcOrd="1" destOrd="0" presId="urn:microsoft.com/office/officeart/2005/8/layout/orgChart1"/>
    <dgm:cxn modelId="{293B8644-8B39-488C-A18A-443DE07AE13F}" srcId="{41A57FEC-39BC-414B-B6FF-D81F87F35C1C}" destId="{067F85CE-9B65-4D26-A0C4-4E6FBDC92D4E}" srcOrd="2" destOrd="0" parTransId="{7D75D076-01AC-478B-8921-72EC979E3407}" sibTransId="{7A72F1C5-9210-4B42-9625-6A57599E6B4C}"/>
    <dgm:cxn modelId="{4DA1D744-4CFB-4C83-A7B8-5AD1202E114C}" type="presOf" srcId="{335C7A09-D401-4424-A52C-EE896F1433B6}" destId="{649C21AE-235D-4E58-BCB3-2421767DB45A}" srcOrd="0" destOrd="0" presId="urn:microsoft.com/office/officeart/2005/8/layout/orgChart1"/>
    <dgm:cxn modelId="{08B75565-5539-425C-8053-26B7E7E869B7}" type="presOf" srcId="{7ED2B3EC-3794-43B7-B590-7D4919446623}" destId="{EC4BED9C-3FBC-4CF1-B70B-EFB2F6C624FD}" srcOrd="0" destOrd="0" presId="urn:microsoft.com/office/officeart/2005/8/layout/orgChart1"/>
    <dgm:cxn modelId="{7B311047-E09E-4E85-96D4-B70EDBA352A8}" srcId="{58B21BD5-AE3D-4B39-9123-51E519252D26}" destId="{45E5C893-52B6-4540-8731-D701C6A71E4E}" srcOrd="0" destOrd="0" parTransId="{A8AE1E52-D19E-45EE-849F-86F669E20ECE}" sibTransId="{E2AE6582-E7DE-4442-80A0-E15077678D04}"/>
    <dgm:cxn modelId="{68D5996A-7FFD-4DA9-81F6-9C0B6EF10663}" type="presOf" srcId="{04E540F9-5120-4F49-8EEF-CBEE4BF08022}" destId="{940E5AB3-EB58-4914-9E35-7DFDB6B99D57}" srcOrd="1" destOrd="0" presId="urn:microsoft.com/office/officeart/2005/8/layout/orgChart1"/>
    <dgm:cxn modelId="{718D1F6C-A259-4839-B8B4-AE2FCAE9A962}" type="presOf" srcId="{D5F81CA0-E39D-4731-A64F-079593DEDBD0}" destId="{205CA6B2-E197-49F6-AE52-18BEA1C95367}" srcOrd="1" destOrd="0" presId="urn:microsoft.com/office/officeart/2005/8/layout/orgChart1"/>
    <dgm:cxn modelId="{9890976D-3FBB-4060-82DF-4DD0D62E1266}" type="presOf" srcId="{AB17FA31-C899-4B11-8D18-35255B4A8419}" destId="{D66873EA-B266-4A7C-B9A7-DA0E0993E6CE}" srcOrd="0" destOrd="0" presId="urn:microsoft.com/office/officeart/2005/8/layout/orgChart1"/>
    <dgm:cxn modelId="{DC58236F-7EAC-41CE-B9BC-3581735CF923}" type="presOf" srcId="{45E5C893-52B6-4540-8731-D701C6A71E4E}" destId="{8DB5CA28-5A88-4A8D-BE87-1EB8396D0D23}" srcOrd="1" destOrd="0" presId="urn:microsoft.com/office/officeart/2005/8/layout/orgChart1"/>
    <dgm:cxn modelId="{E6A39F50-4F2A-4EE2-B6DD-58E85FF619A8}" type="presOf" srcId="{16F2700F-FDA8-4A4B-9E0E-450EE4E451C2}" destId="{D3962027-AFDA-4350-8F6E-09C0BF50D91A}" srcOrd="0" destOrd="0" presId="urn:microsoft.com/office/officeart/2005/8/layout/orgChart1"/>
    <dgm:cxn modelId="{02206553-6210-4905-B24F-1BBB5FBF5B27}" type="presOf" srcId="{96A23902-81C9-4DF3-A0D3-20DA45DF87D4}" destId="{DF4CA5ED-419F-4280-8225-A4BD2F612DBE}" srcOrd="0" destOrd="0" presId="urn:microsoft.com/office/officeart/2005/8/layout/orgChart1"/>
    <dgm:cxn modelId="{7C6ABB54-EA94-4E8D-A3E4-F36149A70FF0}" type="presOf" srcId="{A8AE1E52-D19E-45EE-849F-86F669E20ECE}" destId="{86C67163-59C2-4D1A-802D-16368B005A14}" srcOrd="0" destOrd="0" presId="urn:microsoft.com/office/officeart/2005/8/layout/orgChart1"/>
    <dgm:cxn modelId="{108CC755-A1FC-4CC3-808A-85CA70E4C31D}" srcId="{41A57FEC-39BC-414B-B6FF-D81F87F35C1C}" destId="{FD990671-1E62-4187-A783-CD5E24D3AE9E}" srcOrd="3" destOrd="0" parTransId="{8F4330D8-38CC-4BFA-8908-BAFAB435CC0C}" sibTransId="{8420084B-596B-44AB-AEF9-62B932A9131E}"/>
    <dgm:cxn modelId="{437EDD55-633C-477F-8B12-C8CC439B7614}" type="presOf" srcId="{A0BB9767-A6D8-4DA9-94A6-6262A892C312}" destId="{4B2CDB12-4BB3-40F1-BAAD-14B056D22CE0}" srcOrd="0" destOrd="0" presId="urn:microsoft.com/office/officeart/2005/8/layout/orgChart1"/>
    <dgm:cxn modelId="{81820256-E977-4CC8-9952-EDDB08E174E6}" srcId="{12DD3E3C-6F85-4627-9CE2-FBB7781DD0D0}" destId="{C6E1585E-834E-491D-AD49-947C58BDDE52}" srcOrd="2" destOrd="0" parTransId="{A0BB9767-A6D8-4DA9-94A6-6262A892C312}" sibTransId="{488BF7F7-A77E-46B0-B9C1-76CFF9A1FC09}"/>
    <dgm:cxn modelId="{72D48C58-1C46-4B6F-881C-485BB97F27E9}" type="presOf" srcId="{DDAE2B60-4DC4-4E02-BF52-D154439BB87C}" destId="{C3725894-B56E-4D03-93A8-A361E0DBF585}" srcOrd="0" destOrd="0" presId="urn:microsoft.com/office/officeart/2005/8/layout/orgChart1"/>
    <dgm:cxn modelId="{19443059-0D56-427A-A8CE-1E0672E78464}" type="presOf" srcId="{210FF4B2-3322-414C-9E5F-CE625705285F}" destId="{9B7758B5-EEEA-49E5-BE38-9DBE0F7B945E}" srcOrd="1" destOrd="0" presId="urn:microsoft.com/office/officeart/2005/8/layout/orgChart1"/>
    <dgm:cxn modelId="{AF697D7B-B161-4DB7-86DF-833BC729F1E2}" type="presOf" srcId="{2183FFD7-1627-4FA8-94B9-F1FD657299B4}" destId="{41CEC76D-250D-4DCC-9F30-7CFB2E7F39BD}" srcOrd="0" destOrd="0" presId="urn:microsoft.com/office/officeart/2005/8/layout/orgChart1"/>
    <dgm:cxn modelId="{3F0BF07E-EC16-46C9-9169-D4783D3D066B}" type="presOf" srcId="{58B21BD5-AE3D-4B39-9123-51E519252D26}" destId="{447B5E42-DC34-4638-A6BE-DAA3EF172A9D}" srcOrd="1" destOrd="0" presId="urn:microsoft.com/office/officeart/2005/8/layout/orgChart1"/>
    <dgm:cxn modelId="{37F08682-FA9F-4319-87FC-87B9B7CA7AC8}" type="presOf" srcId="{8DB01DF8-43F3-4C86-9BB9-94F30DFB0484}" destId="{2E13126F-E912-4E5C-91D4-9CF998157375}" srcOrd="0" destOrd="0" presId="urn:microsoft.com/office/officeart/2005/8/layout/orgChart1"/>
    <dgm:cxn modelId="{2C5A9D83-311F-4B1A-9B92-573109D4CF30}" type="presOf" srcId="{067F85CE-9B65-4D26-A0C4-4E6FBDC92D4E}" destId="{051872A7-6FFB-4396-BB34-7DB1C7B99B91}" srcOrd="1" destOrd="0" presId="urn:microsoft.com/office/officeart/2005/8/layout/orgChart1"/>
    <dgm:cxn modelId="{0EC8A483-1D67-46CB-8DC0-4FF17D83F860}" srcId="{96A23902-81C9-4DF3-A0D3-20DA45DF87D4}" destId="{7ED2B3EC-3794-43B7-B590-7D4919446623}" srcOrd="1" destOrd="0" parTransId="{977522CD-194F-4CF7-B014-85E12A35C261}" sibTransId="{9FD21D15-B2AC-4035-A9E8-B2B507B3976A}"/>
    <dgm:cxn modelId="{6CF54A92-291C-4776-B68B-A00352F16D9C}" type="presOf" srcId="{C6E1585E-834E-491D-AD49-947C58BDDE52}" destId="{C7F39F26-B4BD-4679-A90C-7B0ED4956EFF}" srcOrd="1" destOrd="0" presId="urn:microsoft.com/office/officeart/2005/8/layout/orgChart1"/>
    <dgm:cxn modelId="{3D9C1493-E6B1-40DA-9B7F-4E372BA33AA9}" type="presOf" srcId="{977522CD-194F-4CF7-B014-85E12A35C261}" destId="{097E56FF-643C-461F-A20B-B660CF608FB7}" srcOrd="0" destOrd="0" presId="urn:microsoft.com/office/officeart/2005/8/layout/orgChart1"/>
    <dgm:cxn modelId="{AF45CE95-FECF-46B1-B034-FEC7658CB015}" type="presOf" srcId="{067F85CE-9B65-4D26-A0C4-4E6FBDC92D4E}" destId="{DCCBA5D6-1251-430F-B419-FCB97E14EFC8}" srcOrd="0" destOrd="0" presId="urn:microsoft.com/office/officeart/2005/8/layout/orgChart1"/>
    <dgm:cxn modelId="{4342D897-77AA-41BF-8D32-2E1C369A9FE7}" type="presOf" srcId="{8F4330D8-38CC-4BFA-8908-BAFAB435CC0C}" destId="{2ABE6466-CE82-4574-8D0D-7C614A47D76D}" srcOrd="0" destOrd="0" presId="urn:microsoft.com/office/officeart/2005/8/layout/orgChart1"/>
    <dgm:cxn modelId="{C8E5689F-4F51-48D1-A0E6-E0626A0F7B75}" srcId="{16F2700F-FDA8-4A4B-9E0E-450EE4E451C2}" destId="{12DD3E3C-6F85-4627-9CE2-FBB7781DD0D0}" srcOrd="2" destOrd="0" parTransId="{2183FFD7-1627-4FA8-94B9-F1FD657299B4}" sibTransId="{3FD7BBB6-C174-488A-B829-F649E87170F7}"/>
    <dgm:cxn modelId="{BAF147A0-3000-4687-BBDD-BB14B76169A8}" srcId="{D5F81CA0-E39D-4731-A64F-079593DEDBD0}" destId="{3CBE43EC-80FD-4EDD-A7EE-2D7AB042A614}" srcOrd="3" destOrd="0" parTransId="{00E2B358-7D13-4D88-9EB4-D231F4ED9665}" sibTransId="{23416D7D-57E1-4D14-BC2E-35B080BB6D98}"/>
    <dgm:cxn modelId="{752BFAAB-9582-4ED7-8002-002DB9991578}" srcId="{D5F81CA0-E39D-4731-A64F-079593DEDBD0}" destId="{210FF4B2-3322-414C-9E5F-CE625705285F}" srcOrd="2" destOrd="0" parTransId="{D04979AF-C3C9-4DF7-9159-4DB2B396E979}" sibTransId="{86A9EDDB-0C2D-448B-A821-B17D761DC089}"/>
    <dgm:cxn modelId="{1885B8AE-F11C-48D8-910A-2C2535452AAD}" srcId="{16F2700F-FDA8-4A4B-9E0E-450EE4E451C2}" destId="{96A23902-81C9-4DF3-A0D3-20DA45DF87D4}" srcOrd="0" destOrd="0" parTransId="{6691BAE4-3C20-4B8C-9B49-56854CD0C992}" sibTransId="{7F859080-8EE5-4C52-ABD7-96CBAB80924D}"/>
    <dgm:cxn modelId="{7D3268AF-EAA1-4833-A62A-34B7593038EF}" type="presOf" srcId="{11FD29FC-6264-45F6-A601-816073F8B373}" destId="{9E5D05DC-31F9-4C86-AFF6-7C63999711FA}" srcOrd="0" destOrd="0" presId="urn:microsoft.com/office/officeart/2005/8/layout/orgChart1"/>
    <dgm:cxn modelId="{5AA3B1B1-F2DA-4451-AE63-9E1CCE4F4014}" type="presOf" srcId="{3CBE43EC-80FD-4EDD-A7EE-2D7AB042A614}" destId="{59CBA5E6-ACE8-49B3-AA53-78D7A7C7862C}" srcOrd="0" destOrd="0" presId="urn:microsoft.com/office/officeart/2005/8/layout/orgChart1"/>
    <dgm:cxn modelId="{975774BD-A66F-4136-AFC8-6F90EC907100}" type="presOf" srcId="{7D75D076-01AC-478B-8921-72EC979E3407}" destId="{CD8ED960-0823-4A10-B52A-0750DD870704}" srcOrd="0" destOrd="0" presId="urn:microsoft.com/office/officeart/2005/8/layout/orgChart1"/>
    <dgm:cxn modelId="{0368C2C2-6B4D-468B-9A20-DD0C4577ECA1}" type="presOf" srcId="{197558AD-2792-4ACA-9B6F-665FEA4A3BF7}" destId="{26E1EE25-540F-4177-8F8E-A93AD06CF5BD}" srcOrd="1" destOrd="0" presId="urn:microsoft.com/office/officeart/2005/8/layout/orgChart1"/>
    <dgm:cxn modelId="{4A6000C3-E8B7-45C5-8B6F-BEEAAA88EF7C}" type="presOf" srcId="{00E2B358-7D13-4D88-9EB4-D231F4ED9665}" destId="{B03646A7-D55F-44FF-8CBA-C3A336C0AAC3}" srcOrd="0" destOrd="0" presId="urn:microsoft.com/office/officeart/2005/8/layout/orgChart1"/>
    <dgm:cxn modelId="{1DADB0C5-D251-4EE0-9994-747636B7E7DA}" type="presOf" srcId="{CB6C7D02-1C0E-4678-A6B1-5DA13DD114A9}" destId="{18BE9C20-E4DF-4B59-83B5-AC02F184C35E}" srcOrd="1" destOrd="0" presId="urn:microsoft.com/office/officeart/2005/8/layout/orgChart1"/>
    <dgm:cxn modelId="{950EFFC5-4758-4083-8764-5931EB06F178}" srcId="{16F2700F-FDA8-4A4B-9E0E-450EE4E451C2}" destId="{D5F81CA0-E39D-4731-A64F-079593DEDBD0}" srcOrd="1" destOrd="0" parTransId="{11FD29FC-6264-45F6-A601-816073F8B373}" sibTransId="{1E4CAA38-DFCB-4F2C-AF71-55692CD27CC1}"/>
    <dgm:cxn modelId="{C40DF6CF-27E1-448B-8468-17BD43D9E0EE}" type="presOf" srcId="{90EA9020-8C91-48B3-B687-A77AE148C1E1}" destId="{FF2AE139-C672-46CF-91B1-DB8919113895}" srcOrd="0" destOrd="0" presId="urn:microsoft.com/office/officeart/2005/8/layout/orgChart1"/>
    <dgm:cxn modelId="{982E76D2-D8CB-4D60-87C8-676365B01F7B}" srcId="{DDAE2B60-4DC4-4E02-BF52-D154439BB87C}" destId="{16F2700F-FDA8-4A4B-9E0E-450EE4E451C2}" srcOrd="0" destOrd="0" parTransId="{E669234A-2D98-4862-8F10-7FB7BADC8CC6}" sibTransId="{CC971ECE-E61E-425A-946B-AF394AB0E376}"/>
    <dgm:cxn modelId="{54EDB5D4-BF49-4F4F-9351-C711E2262432}" type="presOf" srcId="{20BA140C-902D-4A06-8E55-64E3E5717422}" destId="{1FE2B79D-9A77-4FC1-A67E-2D2DCB3092EE}" srcOrd="0" destOrd="0" presId="urn:microsoft.com/office/officeart/2005/8/layout/orgChart1"/>
    <dgm:cxn modelId="{C6353EDA-E2DA-4D49-904F-644C1D5A99A5}" type="presOf" srcId="{3CBE43EC-80FD-4EDD-A7EE-2D7AB042A614}" destId="{92B7BD45-6762-42A1-8A20-3DDD4876B2CB}" srcOrd="1" destOrd="0" presId="urn:microsoft.com/office/officeart/2005/8/layout/orgChart1"/>
    <dgm:cxn modelId="{53D231E1-C82E-42A5-A06D-58B7AF03E922}" type="presOf" srcId="{197558AD-2792-4ACA-9B6F-665FEA4A3BF7}" destId="{509440DE-ABA5-4691-B4FB-4DC3EE249613}" srcOrd="0" destOrd="0" presId="urn:microsoft.com/office/officeart/2005/8/layout/orgChart1"/>
    <dgm:cxn modelId="{2201F6E7-98D4-4710-8C14-B129DADC211A}" type="presOf" srcId="{8DB01DF8-43F3-4C86-9BB9-94F30DFB0484}" destId="{2E520899-84C2-407C-8263-8E1581477FB6}" srcOrd="1" destOrd="0" presId="urn:microsoft.com/office/officeart/2005/8/layout/orgChart1"/>
    <dgm:cxn modelId="{31FEF8F2-A0B3-4554-9315-B9C9987CA7AF}" type="presOf" srcId="{FD990671-1E62-4187-A783-CD5E24D3AE9E}" destId="{325EE765-69B2-44B6-A4C5-05BD99809A99}" srcOrd="0" destOrd="0" presId="urn:microsoft.com/office/officeart/2005/8/layout/orgChart1"/>
    <dgm:cxn modelId="{BD0360F3-719B-496F-A28F-124D37C181A2}" type="presOf" srcId="{E64DDEA0-9CA5-48BD-9184-AE7D7DA36BDB}" destId="{1F2B2CAB-A54E-44C0-8E4A-E1B353046DA5}" srcOrd="0" destOrd="0" presId="urn:microsoft.com/office/officeart/2005/8/layout/orgChart1"/>
    <dgm:cxn modelId="{979816F7-D79F-436D-A277-8B533480B11C}" type="presOf" srcId="{CB6C7D02-1C0E-4678-A6B1-5DA13DD114A9}" destId="{8ABBEB4C-A248-44E2-A68A-24E25A24EB09}" srcOrd="0" destOrd="0" presId="urn:microsoft.com/office/officeart/2005/8/layout/orgChart1"/>
    <dgm:cxn modelId="{FD0D0AFC-D0A7-4448-AFC7-B0A77DB5F6EE}" type="presOf" srcId="{D04979AF-C3C9-4DF7-9159-4DB2B396E979}" destId="{4FC9C92C-2879-48A6-B75A-F25E23FA0CFA}" srcOrd="0" destOrd="0" presId="urn:microsoft.com/office/officeart/2005/8/layout/orgChart1"/>
    <dgm:cxn modelId="{982012FC-1A1B-4C83-8DB1-2314ACA36AEA}" srcId="{D5F81CA0-E39D-4731-A64F-079593DEDBD0}" destId="{04E540F9-5120-4F49-8EEF-CBEE4BF08022}" srcOrd="1" destOrd="0" parTransId="{68F496C7-53AF-4650-A086-2C9827D7DF7D}" sibTransId="{7F0FAA5D-5E50-42CB-8DA4-7508E48DF4E3}"/>
    <dgm:cxn modelId="{9DA807FE-B480-4A87-A008-17E4CC9A35B8}" type="presOf" srcId="{16F2700F-FDA8-4A4B-9E0E-450EE4E451C2}" destId="{31B4B894-07C6-4512-B914-B85A944D7888}" srcOrd="1" destOrd="0" presId="urn:microsoft.com/office/officeart/2005/8/layout/orgChart1"/>
    <dgm:cxn modelId="{3B8890FF-789E-4176-98CA-6FF1E38069F4}" type="presOf" srcId="{D5F81CA0-E39D-4731-A64F-079593DEDBD0}" destId="{7B43FF82-EE0B-4058-931A-9A70133FF522}" srcOrd="0" destOrd="0" presId="urn:microsoft.com/office/officeart/2005/8/layout/orgChart1"/>
    <dgm:cxn modelId="{20E646C5-29A5-47EF-BE0A-CA2E0652C27D}" type="presParOf" srcId="{C3725894-B56E-4D03-93A8-A361E0DBF585}" destId="{3D9229B7-2E87-4E35-82DC-DB1E70D740A3}" srcOrd="0" destOrd="0" presId="urn:microsoft.com/office/officeart/2005/8/layout/orgChart1"/>
    <dgm:cxn modelId="{FAEC17D7-975C-49D1-8C68-9DE2C3675DBE}" type="presParOf" srcId="{3D9229B7-2E87-4E35-82DC-DB1E70D740A3}" destId="{2848BE14-7A6E-4241-973A-C0B7D3ABD9D0}" srcOrd="0" destOrd="0" presId="urn:microsoft.com/office/officeart/2005/8/layout/orgChart1"/>
    <dgm:cxn modelId="{8B4071E9-640E-406E-ABC0-DF69D8EC397A}" type="presParOf" srcId="{2848BE14-7A6E-4241-973A-C0B7D3ABD9D0}" destId="{D3962027-AFDA-4350-8F6E-09C0BF50D91A}" srcOrd="0" destOrd="0" presId="urn:microsoft.com/office/officeart/2005/8/layout/orgChart1"/>
    <dgm:cxn modelId="{227C768E-7711-4C08-8776-545BE4D310C2}" type="presParOf" srcId="{2848BE14-7A6E-4241-973A-C0B7D3ABD9D0}" destId="{31B4B894-07C6-4512-B914-B85A944D7888}" srcOrd="1" destOrd="0" presId="urn:microsoft.com/office/officeart/2005/8/layout/orgChart1"/>
    <dgm:cxn modelId="{3FA57563-02B9-4D4E-B27A-FD7FDAA6CB54}" type="presParOf" srcId="{3D9229B7-2E87-4E35-82DC-DB1E70D740A3}" destId="{66BD604B-7DC3-4A9F-9D35-15B8A1230ED1}" srcOrd="1" destOrd="0" presId="urn:microsoft.com/office/officeart/2005/8/layout/orgChart1"/>
    <dgm:cxn modelId="{66406199-2F46-4E3C-82AD-9FBABD5BF7FA}" type="presParOf" srcId="{66BD604B-7DC3-4A9F-9D35-15B8A1230ED1}" destId="{5D53789A-E4D5-400F-B0FF-29536A3CEFF9}" srcOrd="0" destOrd="0" presId="urn:microsoft.com/office/officeart/2005/8/layout/orgChart1"/>
    <dgm:cxn modelId="{D979D30E-D662-4F60-97F0-D02FD0994551}" type="presParOf" srcId="{66BD604B-7DC3-4A9F-9D35-15B8A1230ED1}" destId="{80D76C53-8A1F-4739-9F12-633512676E65}" srcOrd="1" destOrd="0" presId="urn:microsoft.com/office/officeart/2005/8/layout/orgChart1"/>
    <dgm:cxn modelId="{E98BD740-9121-4088-A030-600AAE4E2D59}" type="presParOf" srcId="{80D76C53-8A1F-4739-9F12-633512676E65}" destId="{B4D427C1-A23D-4B0C-AEBE-5D27B4E83DA2}" srcOrd="0" destOrd="0" presId="urn:microsoft.com/office/officeart/2005/8/layout/orgChart1"/>
    <dgm:cxn modelId="{F00D1573-F71C-4B63-B59D-E93DC39BD3B0}" type="presParOf" srcId="{B4D427C1-A23D-4B0C-AEBE-5D27B4E83DA2}" destId="{DF4CA5ED-419F-4280-8225-A4BD2F612DBE}" srcOrd="0" destOrd="0" presId="urn:microsoft.com/office/officeart/2005/8/layout/orgChart1"/>
    <dgm:cxn modelId="{D0C7C2B7-11E9-4A3B-B8E4-7B4FD93779D5}" type="presParOf" srcId="{B4D427C1-A23D-4B0C-AEBE-5D27B4E83DA2}" destId="{E7782025-DFDA-4799-BCA4-83606F2E745A}" srcOrd="1" destOrd="0" presId="urn:microsoft.com/office/officeart/2005/8/layout/orgChart1"/>
    <dgm:cxn modelId="{B6496EB8-DE80-4D6B-9DBD-B2552EACA54B}" type="presParOf" srcId="{80D76C53-8A1F-4739-9F12-633512676E65}" destId="{8100575D-AAD0-4D70-B9E1-56555F5A80ED}" srcOrd="1" destOrd="0" presId="urn:microsoft.com/office/officeart/2005/8/layout/orgChart1"/>
    <dgm:cxn modelId="{886861D8-867C-4976-8E5A-8109D0CA1151}" type="presParOf" srcId="{8100575D-AAD0-4D70-B9E1-56555F5A80ED}" destId="{1FE2B79D-9A77-4FC1-A67E-2D2DCB3092EE}" srcOrd="0" destOrd="0" presId="urn:microsoft.com/office/officeart/2005/8/layout/orgChart1"/>
    <dgm:cxn modelId="{735D26F4-78EC-4D14-9892-38DBE53D9636}" type="presParOf" srcId="{8100575D-AAD0-4D70-B9E1-56555F5A80ED}" destId="{1D432153-AB74-47F9-8281-01F5F489BFA2}" srcOrd="1" destOrd="0" presId="urn:microsoft.com/office/officeart/2005/8/layout/orgChart1"/>
    <dgm:cxn modelId="{D219592B-BBCE-4C57-827D-35BFF60F9A5C}" type="presParOf" srcId="{1D432153-AB74-47F9-8281-01F5F489BFA2}" destId="{3D76333C-4DFA-4239-A16D-D69F35A6E762}" srcOrd="0" destOrd="0" presId="urn:microsoft.com/office/officeart/2005/8/layout/orgChart1"/>
    <dgm:cxn modelId="{FFD6EC1D-6210-4AFA-8FEA-DF3B9D04AC1A}" type="presParOf" srcId="{3D76333C-4DFA-4239-A16D-D69F35A6E762}" destId="{7DB6DB78-BB59-47BB-A49F-859362800567}" srcOrd="0" destOrd="0" presId="urn:microsoft.com/office/officeart/2005/8/layout/orgChart1"/>
    <dgm:cxn modelId="{E834D2D6-B89D-41D4-BCBC-A3B0FEAFD602}" type="presParOf" srcId="{3D76333C-4DFA-4239-A16D-D69F35A6E762}" destId="{EEB816C1-38ED-40E4-AE06-55CFD53BD9B2}" srcOrd="1" destOrd="0" presId="urn:microsoft.com/office/officeart/2005/8/layout/orgChart1"/>
    <dgm:cxn modelId="{883F52FD-E5E8-4E7F-A7C2-9580256E74EA}" type="presParOf" srcId="{1D432153-AB74-47F9-8281-01F5F489BFA2}" destId="{76490CDA-4385-430F-9E2A-F73011641706}" srcOrd="1" destOrd="0" presId="urn:microsoft.com/office/officeart/2005/8/layout/orgChart1"/>
    <dgm:cxn modelId="{ADE6B3C0-035B-4F4C-ABDD-1D616DC60D53}" type="presParOf" srcId="{1D432153-AB74-47F9-8281-01F5F489BFA2}" destId="{94CAE29B-F041-4F19-A131-6EA4BA6A6B54}" srcOrd="2" destOrd="0" presId="urn:microsoft.com/office/officeart/2005/8/layout/orgChart1"/>
    <dgm:cxn modelId="{F45D7F41-D340-4595-9360-0C203D602116}" type="presParOf" srcId="{8100575D-AAD0-4D70-B9E1-56555F5A80ED}" destId="{097E56FF-643C-461F-A20B-B660CF608FB7}" srcOrd="2" destOrd="0" presId="urn:microsoft.com/office/officeart/2005/8/layout/orgChart1"/>
    <dgm:cxn modelId="{A7931AD1-9D10-448E-9FF1-C56A2501BBA8}" type="presParOf" srcId="{8100575D-AAD0-4D70-B9E1-56555F5A80ED}" destId="{F61C7649-A776-4736-92C2-635605F4D801}" srcOrd="3" destOrd="0" presId="urn:microsoft.com/office/officeart/2005/8/layout/orgChart1"/>
    <dgm:cxn modelId="{78D0120D-AFE7-47EE-8179-F22612618572}" type="presParOf" srcId="{F61C7649-A776-4736-92C2-635605F4D801}" destId="{D540428B-D253-47A4-BC17-DAC5D4694FC3}" srcOrd="0" destOrd="0" presId="urn:microsoft.com/office/officeart/2005/8/layout/orgChart1"/>
    <dgm:cxn modelId="{64085F04-9988-49C9-B021-26D0AB5ABCDD}" type="presParOf" srcId="{D540428B-D253-47A4-BC17-DAC5D4694FC3}" destId="{EC4BED9C-3FBC-4CF1-B70B-EFB2F6C624FD}" srcOrd="0" destOrd="0" presId="urn:microsoft.com/office/officeart/2005/8/layout/orgChart1"/>
    <dgm:cxn modelId="{D81D5A02-AADE-4FF6-A4C9-5B6F1978F36A}" type="presParOf" srcId="{D540428B-D253-47A4-BC17-DAC5D4694FC3}" destId="{9536E556-5621-4D95-A8CA-0FA0C4CCE3F4}" srcOrd="1" destOrd="0" presId="urn:microsoft.com/office/officeart/2005/8/layout/orgChart1"/>
    <dgm:cxn modelId="{C0034E01-8FB5-45AD-9B6A-F34DB29ABEBA}" type="presParOf" srcId="{F61C7649-A776-4736-92C2-635605F4D801}" destId="{88E12D04-EC37-442E-8675-26A5E8D53369}" srcOrd="1" destOrd="0" presId="urn:microsoft.com/office/officeart/2005/8/layout/orgChart1"/>
    <dgm:cxn modelId="{711D2F55-2CFC-4D77-B3A3-F050ED999942}" type="presParOf" srcId="{F61C7649-A776-4736-92C2-635605F4D801}" destId="{1FDE5A96-CF65-4336-8331-499FA2CACF74}" srcOrd="2" destOrd="0" presId="urn:microsoft.com/office/officeart/2005/8/layout/orgChart1"/>
    <dgm:cxn modelId="{774E50A4-CC34-4D22-852A-FCB35359EA12}" type="presParOf" srcId="{80D76C53-8A1F-4739-9F12-633512676E65}" destId="{722048FA-B22C-45CA-AC15-7EDF22C32FF5}" srcOrd="2" destOrd="0" presId="urn:microsoft.com/office/officeart/2005/8/layout/orgChart1"/>
    <dgm:cxn modelId="{989A1561-096A-4610-81CD-16286A9FDB10}" type="presParOf" srcId="{66BD604B-7DC3-4A9F-9D35-15B8A1230ED1}" destId="{9E5D05DC-31F9-4C86-AFF6-7C63999711FA}" srcOrd="2" destOrd="0" presId="urn:microsoft.com/office/officeart/2005/8/layout/orgChart1"/>
    <dgm:cxn modelId="{80B18AD4-CE28-41B7-86F8-7408A5D2A672}" type="presParOf" srcId="{66BD604B-7DC3-4A9F-9D35-15B8A1230ED1}" destId="{88C77AA9-1450-4647-8B74-62DFDC9D16B4}" srcOrd="3" destOrd="0" presId="urn:microsoft.com/office/officeart/2005/8/layout/orgChart1"/>
    <dgm:cxn modelId="{3F5E71BB-6641-4F90-9C89-50C7BC8AA0F8}" type="presParOf" srcId="{88C77AA9-1450-4647-8B74-62DFDC9D16B4}" destId="{B0875B70-9591-44D1-BD3E-6C2AC2D45877}" srcOrd="0" destOrd="0" presId="urn:microsoft.com/office/officeart/2005/8/layout/orgChart1"/>
    <dgm:cxn modelId="{EFAA8136-9C69-4D6A-81F7-0498F40DE970}" type="presParOf" srcId="{B0875B70-9591-44D1-BD3E-6C2AC2D45877}" destId="{7B43FF82-EE0B-4058-931A-9A70133FF522}" srcOrd="0" destOrd="0" presId="urn:microsoft.com/office/officeart/2005/8/layout/orgChart1"/>
    <dgm:cxn modelId="{98C358B5-BA26-4710-B96F-9010553B4A16}" type="presParOf" srcId="{B0875B70-9591-44D1-BD3E-6C2AC2D45877}" destId="{205CA6B2-E197-49F6-AE52-18BEA1C95367}" srcOrd="1" destOrd="0" presId="urn:microsoft.com/office/officeart/2005/8/layout/orgChart1"/>
    <dgm:cxn modelId="{0FE5E445-61EA-43B8-8492-88229DB98E1A}" type="presParOf" srcId="{88C77AA9-1450-4647-8B74-62DFDC9D16B4}" destId="{73EEC00A-E2E0-424E-BEED-7648E7511BE3}" srcOrd="1" destOrd="0" presId="urn:microsoft.com/office/officeart/2005/8/layout/orgChart1"/>
    <dgm:cxn modelId="{6B413E2D-E615-4C35-9AF8-22F5582C3E6E}" type="presParOf" srcId="{73EEC00A-E2E0-424E-BEED-7648E7511BE3}" destId="{FF2AE139-C672-46CF-91B1-DB8919113895}" srcOrd="0" destOrd="0" presId="urn:microsoft.com/office/officeart/2005/8/layout/orgChart1"/>
    <dgm:cxn modelId="{42A8C318-C57E-447D-8AD8-74BB40BF4966}" type="presParOf" srcId="{73EEC00A-E2E0-424E-BEED-7648E7511BE3}" destId="{00D44E0B-1C43-4516-B2FB-34473FE31240}" srcOrd="1" destOrd="0" presId="urn:microsoft.com/office/officeart/2005/8/layout/orgChart1"/>
    <dgm:cxn modelId="{F956C242-547C-4E9C-9E69-8BBAC2242F16}" type="presParOf" srcId="{00D44E0B-1C43-4516-B2FB-34473FE31240}" destId="{A4B4C669-3902-4629-9A51-C263FE4010B9}" srcOrd="0" destOrd="0" presId="urn:microsoft.com/office/officeart/2005/8/layout/orgChart1"/>
    <dgm:cxn modelId="{BCFA8B86-7BBE-477D-B099-E27BB42E5562}" type="presParOf" srcId="{A4B4C669-3902-4629-9A51-C263FE4010B9}" destId="{2E13126F-E912-4E5C-91D4-9CF998157375}" srcOrd="0" destOrd="0" presId="urn:microsoft.com/office/officeart/2005/8/layout/orgChart1"/>
    <dgm:cxn modelId="{518F498E-94F6-442D-95A5-4429E70E21B8}" type="presParOf" srcId="{A4B4C669-3902-4629-9A51-C263FE4010B9}" destId="{2E520899-84C2-407C-8263-8E1581477FB6}" srcOrd="1" destOrd="0" presId="urn:microsoft.com/office/officeart/2005/8/layout/orgChart1"/>
    <dgm:cxn modelId="{ECC9C2BC-9BFF-4E44-BAA1-98B69247E14D}" type="presParOf" srcId="{00D44E0B-1C43-4516-B2FB-34473FE31240}" destId="{817E7E84-4AFE-4393-9396-F5B408FCB269}" srcOrd="1" destOrd="0" presId="urn:microsoft.com/office/officeart/2005/8/layout/orgChart1"/>
    <dgm:cxn modelId="{E83CFB96-353E-4127-A5A7-E88FA9B065AC}" type="presParOf" srcId="{00D44E0B-1C43-4516-B2FB-34473FE31240}" destId="{4A8045E0-1D5C-485E-BD6F-0F5E7A5696AC}" srcOrd="2" destOrd="0" presId="urn:microsoft.com/office/officeart/2005/8/layout/orgChart1"/>
    <dgm:cxn modelId="{9CDA9E63-7939-481D-B47E-A541A115C51C}" type="presParOf" srcId="{73EEC00A-E2E0-424E-BEED-7648E7511BE3}" destId="{BD44D730-6E7F-472F-8819-98B2783872EA}" srcOrd="2" destOrd="0" presId="urn:microsoft.com/office/officeart/2005/8/layout/orgChart1"/>
    <dgm:cxn modelId="{A753F545-A78F-4D48-AD41-8642B3550A05}" type="presParOf" srcId="{73EEC00A-E2E0-424E-BEED-7648E7511BE3}" destId="{9C0BB3F2-996A-47AB-9973-890E2D5B4DEF}" srcOrd="3" destOrd="0" presId="urn:microsoft.com/office/officeart/2005/8/layout/orgChart1"/>
    <dgm:cxn modelId="{C9389986-0F4B-40CB-8C34-EC3E40FB1261}" type="presParOf" srcId="{9C0BB3F2-996A-47AB-9973-890E2D5B4DEF}" destId="{ADD4B26E-62F8-4C23-9980-2A11B0F99661}" srcOrd="0" destOrd="0" presId="urn:microsoft.com/office/officeart/2005/8/layout/orgChart1"/>
    <dgm:cxn modelId="{7D3445FB-221C-4A35-9B16-4FFCF1B42597}" type="presParOf" srcId="{ADD4B26E-62F8-4C23-9980-2A11B0F99661}" destId="{BBA5217F-3957-4072-9292-4952177D3DEF}" srcOrd="0" destOrd="0" presId="urn:microsoft.com/office/officeart/2005/8/layout/orgChart1"/>
    <dgm:cxn modelId="{CF464A28-0CF6-4B57-AA60-3637CFA4639D}" type="presParOf" srcId="{ADD4B26E-62F8-4C23-9980-2A11B0F99661}" destId="{940E5AB3-EB58-4914-9E35-7DFDB6B99D57}" srcOrd="1" destOrd="0" presId="urn:microsoft.com/office/officeart/2005/8/layout/orgChart1"/>
    <dgm:cxn modelId="{DCBA8A07-C837-4B4B-881B-AE5EBC4428B3}" type="presParOf" srcId="{9C0BB3F2-996A-47AB-9973-890E2D5B4DEF}" destId="{46C693C7-C319-484C-A588-C22EAD45DDCD}" srcOrd="1" destOrd="0" presId="urn:microsoft.com/office/officeart/2005/8/layout/orgChart1"/>
    <dgm:cxn modelId="{F065D076-1C96-42DB-BCC3-37C8DB38548E}" type="presParOf" srcId="{9C0BB3F2-996A-47AB-9973-890E2D5B4DEF}" destId="{6C4C5C7A-4D64-48AB-BC9B-DAE9B0279B27}" srcOrd="2" destOrd="0" presId="urn:microsoft.com/office/officeart/2005/8/layout/orgChart1"/>
    <dgm:cxn modelId="{57B2217B-9E21-4BFD-85BA-5FBCA85911E7}" type="presParOf" srcId="{73EEC00A-E2E0-424E-BEED-7648E7511BE3}" destId="{4FC9C92C-2879-48A6-B75A-F25E23FA0CFA}" srcOrd="4" destOrd="0" presId="urn:microsoft.com/office/officeart/2005/8/layout/orgChart1"/>
    <dgm:cxn modelId="{54032E24-94E8-47A0-A30D-76E0B769312A}" type="presParOf" srcId="{73EEC00A-E2E0-424E-BEED-7648E7511BE3}" destId="{759BDE82-1DDC-49D2-8DA9-F2BBE3D78E0E}" srcOrd="5" destOrd="0" presId="urn:microsoft.com/office/officeart/2005/8/layout/orgChart1"/>
    <dgm:cxn modelId="{08099D5F-5F56-487A-AB42-BB2C3A670505}" type="presParOf" srcId="{759BDE82-1DDC-49D2-8DA9-F2BBE3D78E0E}" destId="{48D7C240-439D-47FB-8985-72614DFFF683}" srcOrd="0" destOrd="0" presId="urn:microsoft.com/office/officeart/2005/8/layout/orgChart1"/>
    <dgm:cxn modelId="{3E4E02CA-BF80-4C01-84E4-C8B3AA3A4F6F}" type="presParOf" srcId="{48D7C240-439D-47FB-8985-72614DFFF683}" destId="{9BA20DEE-BE5D-4BD5-A31C-ED9B9648A774}" srcOrd="0" destOrd="0" presId="urn:microsoft.com/office/officeart/2005/8/layout/orgChart1"/>
    <dgm:cxn modelId="{95AC5357-C931-4367-830A-4EBFDB9720F6}" type="presParOf" srcId="{48D7C240-439D-47FB-8985-72614DFFF683}" destId="{9B7758B5-EEEA-49E5-BE38-9DBE0F7B945E}" srcOrd="1" destOrd="0" presId="urn:microsoft.com/office/officeart/2005/8/layout/orgChart1"/>
    <dgm:cxn modelId="{2D527E77-53DF-47A0-9CF1-439CD63B3F76}" type="presParOf" srcId="{759BDE82-1DDC-49D2-8DA9-F2BBE3D78E0E}" destId="{73027D9C-9479-49AC-9064-39F159624610}" srcOrd="1" destOrd="0" presId="urn:microsoft.com/office/officeart/2005/8/layout/orgChart1"/>
    <dgm:cxn modelId="{83DBDB32-1EC7-4AEE-A86C-26AB93DD8886}" type="presParOf" srcId="{759BDE82-1DDC-49D2-8DA9-F2BBE3D78E0E}" destId="{E7B495B1-7788-4B76-9098-A83BE3AADC2F}" srcOrd="2" destOrd="0" presId="urn:microsoft.com/office/officeart/2005/8/layout/orgChart1"/>
    <dgm:cxn modelId="{952B61A1-B866-4B94-88AB-3FA3D5B0CD1A}" type="presParOf" srcId="{73EEC00A-E2E0-424E-BEED-7648E7511BE3}" destId="{B03646A7-D55F-44FF-8CBA-C3A336C0AAC3}" srcOrd="6" destOrd="0" presId="urn:microsoft.com/office/officeart/2005/8/layout/orgChart1"/>
    <dgm:cxn modelId="{6FBD4F26-753F-4667-8B88-B45582C6286A}" type="presParOf" srcId="{73EEC00A-E2E0-424E-BEED-7648E7511BE3}" destId="{D31E5A79-8919-46D2-AE54-3C630A783CAD}" srcOrd="7" destOrd="0" presId="urn:microsoft.com/office/officeart/2005/8/layout/orgChart1"/>
    <dgm:cxn modelId="{62B5A5B8-F1EF-43DD-930B-784B8AC0F203}" type="presParOf" srcId="{D31E5A79-8919-46D2-AE54-3C630A783CAD}" destId="{5D767EB8-22E0-4C53-ADF9-4E6AA094A37F}" srcOrd="0" destOrd="0" presId="urn:microsoft.com/office/officeart/2005/8/layout/orgChart1"/>
    <dgm:cxn modelId="{C7745883-9431-453F-AE97-B0409FED0A8C}" type="presParOf" srcId="{5D767EB8-22E0-4C53-ADF9-4E6AA094A37F}" destId="{59CBA5E6-ACE8-49B3-AA53-78D7A7C7862C}" srcOrd="0" destOrd="0" presId="urn:microsoft.com/office/officeart/2005/8/layout/orgChart1"/>
    <dgm:cxn modelId="{D82B7904-F76F-4463-BAB2-2C737E8528B5}" type="presParOf" srcId="{5D767EB8-22E0-4C53-ADF9-4E6AA094A37F}" destId="{92B7BD45-6762-42A1-8A20-3DDD4876B2CB}" srcOrd="1" destOrd="0" presId="urn:microsoft.com/office/officeart/2005/8/layout/orgChart1"/>
    <dgm:cxn modelId="{842C6D95-3A86-4192-8EBE-916CFA37BD47}" type="presParOf" srcId="{D31E5A79-8919-46D2-AE54-3C630A783CAD}" destId="{270B725A-6AF2-4E53-94DD-7E3C5B16AA89}" srcOrd="1" destOrd="0" presId="urn:microsoft.com/office/officeart/2005/8/layout/orgChart1"/>
    <dgm:cxn modelId="{EA7A01F0-2518-48FB-8CEF-678745502CB1}" type="presParOf" srcId="{D31E5A79-8919-46D2-AE54-3C630A783CAD}" destId="{F35A41AB-94BC-4437-99F2-02FE9425A9A9}" srcOrd="2" destOrd="0" presId="urn:microsoft.com/office/officeart/2005/8/layout/orgChart1"/>
    <dgm:cxn modelId="{D3CDF913-3847-4F92-94E9-C3D20724BDCF}" type="presParOf" srcId="{88C77AA9-1450-4647-8B74-62DFDC9D16B4}" destId="{6A9394F3-E7D0-4B2E-8ACD-B33C294A5B23}" srcOrd="2" destOrd="0" presId="urn:microsoft.com/office/officeart/2005/8/layout/orgChart1"/>
    <dgm:cxn modelId="{5B5B148F-2479-4AAE-BB74-15A192C6A508}" type="presParOf" srcId="{66BD604B-7DC3-4A9F-9D35-15B8A1230ED1}" destId="{41CEC76D-250D-4DCC-9F30-7CFB2E7F39BD}" srcOrd="4" destOrd="0" presId="urn:microsoft.com/office/officeart/2005/8/layout/orgChart1"/>
    <dgm:cxn modelId="{392135F0-80A5-4E9B-9D7B-3F8F513BE139}" type="presParOf" srcId="{66BD604B-7DC3-4A9F-9D35-15B8A1230ED1}" destId="{C37BACD5-A653-4C55-BE7A-B3F7E9C2163D}" srcOrd="5" destOrd="0" presId="urn:microsoft.com/office/officeart/2005/8/layout/orgChart1"/>
    <dgm:cxn modelId="{5CB48F4A-6A4C-47F1-B7AC-C663A8F40A0E}" type="presParOf" srcId="{C37BACD5-A653-4C55-BE7A-B3F7E9C2163D}" destId="{70308129-DA9A-4E52-944C-1D64942C0D0A}" srcOrd="0" destOrd="0" presId="urn:microsoft.com/office/officeart/2005/8/layout/orgChart1"/>
    <dgm:cxn modelId="{40FCF022-5178-446E-B6CD-C09897FC87FC}" type="presParOf" srcId="{70308129-DA9A-4E52-944C-1D64942C0D0A}" destId="{A0F35842-5EBD-485E-9287-A016336E3272}" srcOrd="0" destOrd="0" presId="urn:microsoft.com/office/officeart/2005/8/layout/orgChart1"/>
    <dgm:cxn modelId="{822BC2D4-2F59-41B7-BCDF-DC32F76E717E}" type="presParOf" srcId="{70308129-DA9A-4E52-944C-1D64942C0D0A}" destId="{5F378B01-4B4F-4528-B6CA-9B8B30E8E785}" srcOrd="1" destOrd="0" presId="urn:microsoft.com/office/officeart/2005/8/layout/orgChart1"/>
    <dgm:cxn modelId="{ADBFCEB1-03C8-4979-99E8-AFB539199F61}" type="presParOf" srcId="{C37BACD5-A653-4C55-BE7A-B3F7E9C2163D}" destId="{753E7038-24FA-4568-8928-435BE8226892}" srcOrd="1" destOrd="0" presId="urn:microsoft.com/office/officeart/2005/8/layout/orgChart1"/>
    <dgm:cxn modelId="{61A22A8B-79BB-4A1E-81C2-C70D85A28FB6}" type="presParOf" srcId="{753E7038-24FA-4568-8928-435BE8226892}" destId="{06C5B118-087C-4BA4-A148-BD173AC952D1}" srcOrd="0" destOrd="0" presId="urn:microsoft.com/office/officeart/2005/8/layout/orgChart1"/>
    <dgm:cxn modelId="{ABC547B5-4F91-4B67-AC4E-76819053FDCE}" type="presParOf" srcId="{753E7038-24FA-4568-8928-435BE8226892}" destId="{BF313746-D59E-4E62-AC1C-2347D6661DE7}" srcOrd="1" destOrd="0" presId="urn:microsoft.com/office/officeart/2005/8/layout/orgChart1"/>
    <dgm:cxn modelId="{57F9BC4C-F218-40B7-9AAA-B31728B78A36}" type="presParOf" srcId="{BF313746-D59E-4E62-AC1C-2347D6661DE7}" destId="{0001BC38-DF1D-4E6E-AD55-FA2C6EBD8354}" srcOrd="0" destOrd="0" presId="urn:microsoft.com/office/officeart/2005/8/layout/orgChart1"/>
    <dgm:cxn modelId="{06B0055E-D09B-45E8-85FE-C163AFF89FFA}" type="presParOf" srcId="{0001BC38-DF1D-4E6E-AD55-FA2C6EBD8354}" destId="{D3212C4E-7E63-4140-91B7-186F31942A91}" srcOrd="0" destOrd="0" presId="urn:microsoft.com/office/officeart/2005/8/layout/orgChart1"/>
    <dgm:cxn modelId="{CD29B5DD-C1E1-4703-BC4D-156D439D952E}" type="presParOf" srcId="{0001BC38-DF1D-4E6E-AD55-FA2C6EBD8354}" destId="{757C806E-1144-48E7-8AB0-1D6FA8DCEFBC}" srcOrd="1" destOrd="0" presId="urn:microsoft.com/office/officeart/2005/8/layout/orgChart1"/>
    <dgm:cxn modelId="{E1F49B35-36F3-4234-A9BE-F3A89470926B}" type="presParOf" srcId="{BF313746-D59E-4E62-AC1C-2347D6661DE7}" destId="{CCFE6A5A-855A-4F5E-9A3A-38505985259E}" srcOrd="1" destOrd="0" presId="urn:microsoft.com/office/officeart/2005/8/layout/orgChart1"/>
    <dgm:cxn modelId="{21F61975-A10C-4399-B9C2-D7DF8704EB2F}" type="presParOf" srcId="{CCFE6A5A-855A-4F5E-9A3A-38505985259E}" destId="{D66873EA-B266-4A7C-B9A7-DA0E0993E6CE}" srcOrd="0" destOrd="0" presId="urn:microsoft.com/office/officeart/2005/8/layout/orgChart1"/>
    <dgm:cxn modelId="{29A78860-7939-4B0A-B231-DF066A57CD5D}" type="presParOf" srcId="{CCFE6A5A-855A-4F5E-9A3A-38505985259E}" destId="{A8943991-2745-4214-B352-C5F0F5136253}" srcOrd="1" destOrd="0" presId="urn:microsoft.com/office/officeart/2005/8/layout/orgChart1"/>
    <dgm:cxn modelId="{262595AB-82C5-4CAA-ABF8-3E5C59129847}" type="presParOf" srcId="{A8943991-2745-4214-B352-C5F0F5136253}" destId="{72FACD31-7FA3-405C-9020-B30CF3221DBF}" srcOrd="0" destOrd="0" presId="urn:microsoft.com/office/officeart/2005/8/layout/orgChart1"/>
    <dgm:cxn modelId="{D8744ECD-A5E1-4CF3-9A2A-215F806F6037}" type="presParOf" srcId="{72FACD31-7FA3-405C-9020-B30CF3221DBF}" destId="{509440DE-ABA5-4691-B4FB-4DC3EE249613}" srcOrd="0" destOrd="0" presId="urn:microsoft.com/office/officeart/2005/8/layout/orgChart1"/>
    <dgm:cxn modelId="{545641B4-2B8D-4786-96AB-264F4D20E0A9}" type="presParOf" srcId="{72FACD31-7FA3-405C-9020-B30CF3221DBF}" destId="{26E1EE25-540F-4177-8F8E-A93AD06CF5BD}" srcOrd="1" destOrd="0" presId="urn:microsoft.com/office/officeart/2005/8/layout/orgChart1"/>
    <dgm:cxn modelId="{5A83F757-BBE3-4134-9A60-49DF178F10B1}" type="presParOf" srcId="{A8943991-2745-4214-B352-C5F0F5136253}" destId="{34CACD7C-428E-4C9E-A9DE-2E7E92B47B81}" srcOrd="1" destOrd="0" presId="urn:microsoft.com/office/officeart/2005/8/layout/orgChart1"/>
    <dgm:cxn modelId="{EC35B6FA-A1B8-43B3-A416-FD7DAA82B1D2}" type="presParOf" srcId="{A8943991-2745-4214-B352-C5F0F5136253}" destId="{F13955AE-3A4A-4BFE-AB98-448BF95051E4}" srcOrd="2" destOrd="0" presId="urn:microsoft.com/office/officeart/2005/8/layout/orgChart1"/>
    <dgm:cxn modelId="{758B15ED-8B52-4D95-86BF-3F60CD10D610}" type="presParOf" srcId="{CCFE6A5A-855A-4F5E-9A3A-38505985259E}" destId="{649C21AE-235D-4E58-BCB3-2421767DB45A}" srcOrd="2" destOrd="0" presId="urn:microsoft.com/office/officeart/2005/8/layout/orgChart1"/>
    <dgm:cxn modelId="{50DA6408-429E-47AD-BD86-72C114DFCAB9}" type="presParOf" srcId="{CCFE6A5A-855A-4F5E-9A3A-38505985259E}" destId="{1B3B0738-4AC2-447B-A380-E590E1C3AF63}" srcOrd="3" destOrd="0" presId="urn:microsoft.com/office/officeart/2005/8/layout/orgChart1"/>
    <dgm:cxn modelId="{08C19E99-1642-436A-8DBD-89D65A996423}" type="presParOf" srcId="{1B3B0738-4AC2-447B-A380-E590E1C3AF63}" destId="{B4E6EF51-3599-473C-AF29-0142D60FF231}" srcOrd="0" destOrd="0" presId="urn:microsoft.com/office/officeart/2005/8/layout/orgChart1"/>
    <dgm:cxn modelId="{DB7F23B9-B653-4F53-A983-3B41944F0B67}" type="presParOf" srcId="{B4E6EF51-3599-473C-AF29-0142D60FF231}" destId="{8ABBEB4C-A248-44E2-A68A-24E25A24EB09}" srcOrd="0" destOrd="0" presId="urn:microsoft.com/office/officeart/2005/8/layout/orgChart1"/>
    <dgm:cxn modelId="{3D460D09-799E-4E7B-9FE1-75E7A3CE319A}" type="presParOf" srcId="{B4E6EF51-3599-473C-AF29-0142D60FF231}" destId="{18BE9C20-E4DF-4B59-83B5-AC02F184C35E}" srcOrd="1" destOrd="0" presId="urn:microsoft.com/office/officeart/2005/8/layout/orgChart1"/>
    <dgm:cxn modelId="{64DC498A-4027-4F25-AAEC-4B83D130644E}" type="presParOf" srcId="{1B3B0738-4AC2-447B-A380-E590E1C3AF63}" destId="{A42FB050-1C2E-4477-88A9-4AF3001F93D4}" srcOrd="1" destOrd="0" presId="urn:microsoft.com/office/officeart/2005/8/layout/orgChart1"/>
    <dgm:cxn modelId="{38DB8453-5824-47CF-B16A-ABE0E2311815}" type="presParOf" srcId="{1B3B0738-4AC2-447B-A380-E590E1C3AF63}" destId="{AFA29BD7-C570-44DD-B32C-131D7C8A47A0}" srcOrd="2" destOrd="0" presId="urn:microsoft.com/office/officeart/2005/8/layout/orgChart1"/>
    <dgm:cxn modelId="{8D8550C6-A270-4A65-8FD7-6319F02C9037}" type="presParOf" srcId="{CCFE6A5A-855A-4F5E-9A3A-38505985259E}" destId="{CD8ED960-0823-4A10-B52A-0750DD870704}" srcOrd="4" destOrd="0" presId="urn:microsoft.com/office/officeart/2005/8/layout/orgChart1"/>
    <dgm:cxn modelId="{6B71BB40-1453-48EA-AF6C-250FE63AAD4F}" type="presParOf" srcId="{CCFE6A5A-855A-4F5E-9A3A-38505985259E}" destId="{79F83F34-340D-4B18-9DBF-75A83F648399}" srcOrd="5" destOrd="0" presId="urn:microsoft.com/office/officeart/2005/8/layout/orgChart1"/>
    <dgm:cxn modelId="{62554BB4-AD2A-4D88-9A34-36BFA8A83877}" type="presParOf" srcId="{79F83F34-340D-4B18-9DBF-75A83F648399}" destId="{71B0F1FB-8FC8-435F-A99B-E73F899CCC1A}" srcOrd="0" destOrd="0" presId="urn:microsoft.com/office/officeart/2005/8/layout/orgChart1"/>
    <dgm:cxn modelId="{1FA61A9B-347A-47C6-A906-D79EAF7A8728}" type="presParOf" srcId="{71B0F1FB-8FC8-435F-A99B-E73F899CCC1A}" destId="{DCCBA5D6-1251-430F-B419-FCB97E14EFC8}" srcOrd="0" destOrd="0" presId="urn:microsoft.com/office/officeart/2005/8/layout/orgChart1"/>
    <dgm:cxn modelId="{E76ACB38-2C77-4F62-B761-CE33115BB8FA}" type="presParOf" srcId="{71B0F1FB-8FC8-435F-A99B-E73F899CCC1A}" destId="{051872A7-6FFB-4396-BB34-7DB1C7B99B91}" srcOrd="1" destOrd="0" presId="urn:microsoft.com/office/officeart/2005/8/layout/orgChart1"/>
    <dgm:cxn modelId="{7A08F265-CF1B-4B58-B417-11FE90EBEC88}" type="presParOf" srcId="{79F83F34-340D-4B18-9DBF-75A83F648399}" destId="{1219AD21-D4BD-439D-895C-E1AA86D06577}" srcOrd="1" destOrd="0" presId="urn:microsoft.com/office/officeart/2005/8/layout/orgChart1"/>
    <dgm:cxn modelId="{1C32EBD0-8C18-4C75-A2A1-0218DD1BBAD2}" type="presParOf" srcId="{79F83F34-340D-4B18-9DBF-75A83F648399}" destId="{EF43246A-45EE-43FD-8EFD-DC1ECCD3A655}" srcOrd="2" destOrd="0" presId="urn:microsoft.com/office/officeart/2005/8/layout/orgChart1"/>
    <dgm:cxn modelId="{576B9FA0-08DC-4B49-9213-ABCFA7A88178}" type="presParOf" srcId="{CCFE6A5A-855A-4F5E-9A3A-38505985259E}" destId="{2ABE6466-CE82-4574-8D0D-7C614A47D76D}" srcOrd="6" destOrd="0" presId="urn:microsoft.com/office/officeart/2005/8/layout/orgChart1"/>
    <dgm:cxn modelId="{DE44DAD6-3353-4EC4-BA4B-1B94AC467030}" type="presParOf" srcId="{CCFE6A5A-855A-4F5E-9A3A-38505985259E}" destId="{09A90400-35D4-44DA-ABE5-3B8B42E51FB6}" srcOrd="7" destOrd="0" presId="urn:microsoft.com/office/officeart/2005/8/layout/orgChart1"/>
    <dgm:cxn modelId="{F38A1E78-669C-48C0-A624-C56811E93413}" type="presParOf" srcId="{09A90400-35D4-44DA-ABE5-3B8B42E51FB6}" destId="{78D06D3B-21A4-4DF7-93BD-043AEF718673}" srcOrd="0" destOrd="0" presId="urn:microsoft.com/office/officeart/2005/8/layout/orgChart1"/>
    <dgm:cxn modelId="{4885969E-FF22-42EE-93EC-FDD424740C6B}" type="presParOf" srcId="{78D06D3B-21A4-4DF7-93BD-043AEF718673}" destId="{325EE765-69B2-44B6-A4C5-05BD99809A99}" srcOrd="0" destOrd="0" presId="urn:microsoft.com/office/officeart/2005/8/layout/orgChart1"/>
    <dgm:cxn modelId="{E985FC16-70CC-4CDA-962A-F2B5EE8C2C35}" type="presParOf" srcId="{78D06D3B-21A4-4DF7-93BD-043AEF718673}" destId="{8101496E-4A67-4F52-A510-E724B11FEA38}" srcOrd="1" destOrd="0" presId="urn:microsoft.com/office/officeart/2005/8/layout/orgChart1"/>
    <dgm:cxn modelId="{15F10F44-F078-4563-81E2-6DC921C27D8B}" type="presParOf" srcId="{09A90400-35D4-44DA-ABE5-3B8B42E51FB6}" destId="{458AF515-4D7C-4AFD-BFE7-AAA7E7065AAD}" srcOrd="1" destOrd="0" presId="urn:microsoft.com/office/officeart/2005/8/layout/orgChart1"/>
    <dgm:cxn modelId="{B215B354-5DFA-49AC-A561-3FDEE524C4CE}" type="presParOf" srcId="{09A90400-35D4-44DA-ABE5-3B8B42E51FB6}" destId="{7065DE22-8EB5-4584-B1CE-BCE1A3ED40F7}" srcOrd="2" destOrd="0" presId="urn:microsoft.com/office/officeart/2005/8/layout/orgChart1"/>
    <dgm:cxn modelId="{DD5D0087-6D6E-42B4-9954-FAE4A712B9E9}" type="presParOf" srcId="{BF313746-D59E-4E62-AC1C-2347D6661DE7}" destId="{6818F745-7BF3-4585-8BB1-8C56CA15EFF8}" srcOrd="2" destOrd="0" presId="urn:microsoft.com/office/officeart/2005/8/layout/orgChart1"/>
    <dgm:cxn modelId="{FA87F0B9-7F80-4883-B291-34D3696FBDC2}" type="presParOf" srcId="{753E7038-24FA-4568-8928-435BE8226892}" destId="{1F2B2CAB-A54E-44C0-8E4A-E1B353046DA5}" srcOrd="2" destOrd="0" presId="urn:microsoft.com/office/officeart/2005/8/layout/orgChart1"/>
    <dgm:cxn modelId="{F2615D4F-DCEA-4435-A9FB-02332DD82FC7}" type="presParOf" srcId="{753E7038-24FA-4568-8928-435BE8226892}" destId="{FF1FFC8B-38CF-4E15-BC69-E06F67D5991D}" srcOrd="3" destOrd="0" presId="urn:microsoft.com/office/officeart/2005/8/layout/orgChart1"/>
    <dgm:cxn modelId="{0D9B14F1-2EC2-4A19-BADA-E8476C4C845E}" type="presParOf" srcId="{FF1FFC8B-38CF-4E15-BC69-E06F67D5991D}" destId="{511B53D2-DF8B-4279-9E73-7F0B0CE68B44}" srcOrd="0" destOrd="0" presId="urn:microsoft.com/office/officeart/2005/8/layout/orgChart1"/>
    <dgm:cxn modelId="{7F44A2B3-BA21-4AC7-9C90-3AE8201CA5FE}" type="presParOf" srcId="{511B53D2-DF8B-4279-9E73-7F0B0CE68B44}" destId="{D60BE628-FCA0-4D2D-861C-9F3F45B7730F}" srcOrd="0" destOrd="0" presId="urn:microsoft.com/office/officeart/2005/8/layout/orgChart1"/>
    <dgm:cxn modelId="{743D115E-DDDF-4C70-A72A-FBF2335F0D22}" type="presParOf" srcId="{511B53D2-DF8B-4279-9E73-7F0B0CE68B44}" destId="{447B5E42-DC34-4638-A6BE-DAA3EF172A9D}" srcOrd="1" destOrd="0" presId="urn:microsoft.com/office/officeart/2005/8/layout/orgChart1"/>
    <dgm:cxn modelId="{6DD46EBB-87C1-4CD0-B46F-0C22A3CC9DC5}" type="presParOf" srcId="{FF1FFC8B-38CF-4E15-BC69-E06F67D5991D}" destId="{5E095DB4-2E06-41DB-8BA2-5AA5B6B8D159}" srcOrd="1" destOrd="0" presId="urn:microsoft.com/office/officeart/2005/8/layout/orgChart1"/>
    <dgm:cxn modelId="{F570DFE6-A10E-435F-BF10-BF87B36C0EE5}" type="presParOf" srcId="{5E095DB4-2E06-41DB-8BA2-5AA5B6B8D159}" destId="{86C67163-59C2-4D1A-802D-16368B005A14}" srcOrd="0" destOrd="0" presId="urn:microsoft.com/office/officeart/2005/8/layout/orgChart1"/>
    <dgm:cxn modelId="{DA2856FD-CE41-49A4-BA52-6F509D8F5606}" type="presParOf" srcId="{5E095DB4-2E06-41DB-8BA2-5AA5B6B8D159}" destId="{775C1EDD-C857-46A2-B906-D2545CACC3B4}" srcOrd="1" destOrd="0" presId="urn:microsoft.com/office/officeart/2005/8/layout/orgChart1"/>
    <dgm:cxn modelId="{88CAD95F-BC80-40CC-BA40-89F955D65D8C}" type="presParOf" srcId="{775C1EDD-C857-46A2-B906-D2545CACC3B4}" destId="{50FC7ED8-D49A-42A5-8C9A-84119654D55E}" srcOrd="0" destOrd="0" presId="urn:microsoft.com/office/officeart/2005/8/layout/orgChart1"/>
    <dgm:cxn modelId="{D2C670C6-0D36-4DEC-BA8D-84E5AB2A2065}" type="presParOf" srcId="{50FC7ED8-D49A-42A5-8C9A-84119654D55E}" destId="{A5B57666-75FA-4957-AB3A-20D8064D6ADA}" srcOrd="0" destOrd="0" presId="urn:microsoft.com/office/officeart/2005/8/layout/orgChart1"/>
    <dgm:cxn modelId="{95CB8721-725B-4C6C-90CA-F0A230245D3C}" type="presParOf" srcId="{50FC7ED8-D49A-42A5-8C9A-84119654D55E}" destId="{8DB5CA28-5A88-4A8D-BE87-1EB8396D0D23}" srcOrd="1" destOrd="0" presId="urn:microsoft.com/office/officeart/2005/8/layout/orgChart1"/>
    <dgm:cxn modelId="{BFE91705-400E-44EF-8D08-D02E5D6CDD2F}" type="presParOf" srcId="{775C1EDD-C857-46A2-B906-D2545CACC3B4}" destId="{DCE98CC4-6B88-4CA0-9ED5-D77E71593265}" srcOrd="1" destOrd="0" presId="urn:microsoft.com/office/officeart/2005/8/layout/orgChart1"/>
    <dgm:cxn modelId="{39C3C03C-D871-4544-BBC2-DB654B9076F4}" type="presParOf" srcId="{775C1EDD-C857-46A2-B906-D2545CACC3B4}" destId="{792EC604-B651-45CF-AD37-54D3F55112C6}" srcOrd="2" destOrd="0" presId="urn:microsoft.com/office/officeart/2005/8/layout/orgChart1"/>
    <dgm:cxn modelId="{7C7BFD91-B9B6-4426-ACAA-D885E3437376}" type="presParOf" srcId="{FF1FFC8B-38CF-4E15-BC69-E06F67D5991D}" destId="{297C70B6-B247-4D38-865B-064E0B8F6EC8}" srcOrd="2" destOrd="0" presId="urn:microsoft.com/office/officeart/2005/8/layout/orgChart1"/>
    <dgm:cxn modelId="{71539355-131D-443E-85FC-EDE36503AE22}" type="presParOf" srcId="{753E7038-24FA-4568-8928-435BE8226892}" destId="{4B2CDB12-4BB3-40F1-BAAD-14B056D22CE0}" srcOrd="4" destOrd="0" presId="urn:microsoft.com/office/officeart/2005/8/layout/orgChart1"/>
    <dgm:cxn modelId="{5FDDC9D1-0010-4D25-9CA6-F36BF0BE57EE}" type="presParOf" srcId="{753E7038-24FA-4568-8928-435BE8226892}" destId="{04FE2613-33CD-4A81-B1AB-624418500E11}" srcOrd="5" destOrd="0" presId="urn:microsoft.com/office/officeart/2005/8/layout/orgChart1"/>
    <dgm:cxn modelId="{6F9B5F4F-2F5A-487E-8108-1E9C7CE2B31D}" type="presParOf" srcId="{04FE2613-33CD-4A81-B1AB-624418500E11}" destId="{2F796EF2-E321-473F-9199-E77A5E8F5264}" srcOrd="0" destOrd="0" presId="urn:microsoft.com/office/officeart/2005/8/layout/orgChart1"/>
    <dgm:cxn modelId="{B723CD22-53FB-4F62-802F-AA6E386BB36F}" type="presParOf" srcId="{2F796EF2-E321-473F-9199-E77A5E8F5264}" destId="{74009D3F-EC7D-477C-8B4C-00A74E2D80B6}" srcOrd="0" destOrd="0" presId="urn:microsoft.com/office/officeart/2005/8/layout/orgChart1"/>
    <dgm:cxn modelId="{DD7D65FE-E294-4A83-88C1-52D3447EDA77}" type="presParOf" srcId="{2F796EF2-E321-473F-9199-E77A5E8F5264}" destId="{C7F39F26-B4BD-4679-A90C-7B0ED4956EFF}" srcOrd="1" destOrd="0" presId="urn:microsoft.com/office/officeart/2005/8/layout/orgChart1"/>
    <dgm:cxn modelId="{8C7DC710-B1B8-45C2-B72F-98C3F1DC631D}" type="presParOf" srcId="{04FE2613-33CD-4A81-B1AB-624418500E11}" destId="{71F2A0AB-E675-4B68-89B8-FDC76511A169}" srcOrd="1" destOrd="0" presId="urn:microsoft.com/office/officeart/2005/8/layout/orgChart1"/>
    <dgm:cxn modelId="{621DFC9E-09B5-4A60-BF11-04093666BB26}" type="presParOf" srcId="{04FE2613-33CD-4A81-B1AB-624418500E11}" destId="{DA36EE24-FA76-4B9F-B0E0-A123A099F21A}" srcOrd="2" destOrd="0" presId="urn:microsoft.com/office/officeart/2005/8/layout/orgChart1"/>
    <dgm:cxn modelId="{525F14F4-8596-4EF7-AB41-BD453894A908}" type="presParOf" srcId="{C37BACD5-A653-4C55-BE7A-B3F7E9C2163D}" destId="{8BFC1EBC-DDE6-4FF4-BA23-B13A1C230F52}" srcOrd="2" destOrd="0" presId="urn:microsoft.com/office/officeart/2005/8/layout/orgChart1"/>
    <dgm:cxn modelId="{6C39A759-2883-4B3A-BC23-8A4C8C27DE38}" type="presParOf" srcId="{3D9229B7-2E87-4E35-82DC-DB1E70D740A3}" destId="{C5A15738-FAF5-4AA5-AB13-737158CDA73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F882C9-B265-4BBB-9618-7D04F52FAC10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A66201FD-4348-49B9-B999-75FD62A27457}">
      <dgm:prSet phldrT="[Text]" phldr="0"/>
      <dgm:spPr/>
      <dgm:t>
        <a:bodyPr/>
        <a:lstStyle/>
        <a:p>
          <a:r>
            <a:rPr lang="en-US" dirty="0"/>
            <a:t>Create Query and Ground Truth</a:t>
          </a:r>
          <a:endParaRPr lang="en-IN" dirty="0"/>
        </a:p>
      </dgm:t>
    </dgm:pt>
    <dgm:pt modelId="{1B8D1AFD-23AA-41FA-B90B-57D3FE660700}" type="parTrans" cxnId="{FA378B0C-009C-4F44-826F-5DCF7F643075}">
      <dgm:prSet/>
      <dgm:spPr/>
      <dgm:t>
        <a:bodyPr/>
        <a:lstStyle/>
        <a:p>
          <a:endParaRPr lang="en-IN"/>
        </a:p>
      </dgm:t>
    </dgm:pt>
    <dgm:pt modelId="{814A5B38-DAAA-49AC-BA6D-CAC52C96A2EE}" type="sibTrans" cxnId="{FA378B0C-009C-4F44-826F-5DCF7F643075}">
      <dgm:prSet/>
      <dgm:spPr/>
      <dgm:t>
        <a:bodyPr/>
        <a:lstStyle/>
        <a:p>
          <a:endParaRPr lang="en-IN"/>
        </a:p>
      </dgm:t>
    </dgm:pt>
    <dgm:pt modelId="{B7B6D0B3-AE81-41E2-B1CF-A269C14D2F59}">
      <dgm:prSet phldrT="[Text]" phldr="0"/>
      <dgm:spPr/>
      <dgm:t>
        <a:bodyPr/>
        <a:lstStyle/>
        <a:p>
          <a:r>
            <a:rPr lang="en-US" dirty="0"/>
            <a:t>Identify Metric</a:t>
          </a:r>
          <a:endParaRPr lang="en-IN" dirty="0"/>
        </a:p>
      </dgm:t>
    </dgm:pt>
    <dgm:pt modelId="{8323FDCB-6436-43ED-A03F-9FD8F07C03AD}" type="parTrans" cxnId="{828BA7BC-31A0-45C5-A3EE-486A7742C2B2}">
      <dgm:prSet/>
      <dgm:spPr/>
      <dgm:t>
        <a:bodyPr/>
        <a:lstStyle/>
        <a:p>
          <a:endParaRPr lang="en-IN"/>
        </a:p>
      </dgm:t>
    </dgm:pt>
    <dgm:pt modelId="{75FBE423-CEEB-4C57-94FB-FF5014697EBA}" type="sibTrans" cxnId="{828BA7BC-31A0-45C5-A3EE-486A7742C2B2}">
      <dgm:prSet/>
      <dgm:spPr/>
      <dgm:t>
        <a:bodyPr/>
        <a:lstStyle/>
        <a:p>
          <a:endParaRPr lang="en-IN"/>
        </a:p>
      </dgm:t>
    </dgm:pt>
    <dgm:pt modelId="{3155AEB9-6071-4674-AFAD-DB05B24AE774}">
      <dgm:prSet phldrT="[Text]" phldr="0"/>
      <dgm:spPr/>
      <dgm:t>
        <a:bodyPr/>
        <a:lstStyle/>
        <a:p>
          <a:r>
            <a:rPr lang="en-US" dirty="0"/>
            <a:t>Manually Evaluate</a:t>
          </a:r>
          <a:endParaRPr lang="en-IN" dirty="0"/>
        </a:p>
      </dgm:t>
    </dgm:pt>
    <dgm:pt modelId="{96B176F0-D1F9-4FA9-83CF-D4E642C5B6D4}" type="parTrans" cxnId="{E2AADF03-CF85-4CD8-9399-7DB69E869BB5}">
      <dgm:prSet/>
      <dgm:spPr/>
      <dgm:t>
        <a:bodyPr/>
        <a:lstStyle/>
        <a:p>
          <a:endParaRPr lang="en-IN"/>
        </a:p>
      </dgm:t>
    </dgm:pt>
    <dgm:pt modelId="{EB372E13-79AE-400D-B354-D2E083CA0F2C}" type="sibTrans" cxnId="{E2AADF03-CF85-4CD8-9399-7DB69E869BB5}">
      <dgm:prSet/>
      <dgm:spPr/>
      <dgm:t>
        <a:bodyPr/>
        <a:lstStyle/>
        <a:p>
          <a:endParaRPr lang="en-IN"/>
        </a:p>
      </dgm:t>
    </dgm:pt>
    <dgm:pt modelId="{8018A2AD-2FA4-42BA-A551-3873B9725A49}">
      <dgm:prSet phldrT="[Text]" phldr="0"/>
      <dgm:spPr/>
      <dgm:t>
        <a:bodyPr/>
        <a:lstStyle/>
        <a:p>
          <a:r>
            <a:rPr lang="en-US"/>
            <a:t>Create Rubric</a:t>
          </a:r>
          <a:endParaRPr lang="en-IN" dirty="0"/>
        </a:p>
      </dgm:t>
    </dgm:pt>
    <dgm:pt modelId="{2723375A-F370-4A39-9156-9E19B1696D92}" type="parTrans" cxnId="{A04436BF-7035-4599-A20B-CA444A0672C2}">
      <dgm:prSet/>
      <dgm:spPr/>
      <dgm:t>
        <a:bodyPr/>
        <a:lstStyle/>
        <a:p>
          <a:endParaRPr lang="en-IN"/>
        </a:p>
      </dgm:t>
    </dgm:pt>
    <dgm:pt modelId="{B3A8298C-50F0-4652-B8DD-722746B84B5D}" type="sibTrans" cxnId="{A04436BF-7035-4599-A20B-CA444A0672C2}">
      <dgm:prSet/>
      <dgm:spPr/>
      <dgm:t>
        <a:bodyPr/>
        <a:lstStyle/>
        <a:p>
          <a:endParaRPr lang="en-IN"/>
        </a:p>
      </dgm:t>
    </dgm:pt>
    <dgm:pt modelId="{180A45D2-CB11-4D36-A4F9-DF78D33C64CA}">
      <dgm:prSet phldrT="[Text]" phldr="0"/>
      <dgm:spPr/>
      <dgm:t>
        <a:bodyPr/>
        <a:lstStyle/>
        <a:p>
          <a:r>
            <a:rPr lang="en-US" dirty="0"/>
            <a:t>Human Calibration Exercise</a:t>
          </a:r>
          <a:endParaRPr lang="en-IN" dirty="0"/>
        </a:p>
      </dgm:t>
    </dgm:pt>
    <dgm:pt modelId="{15C2E7FB-E3C6-430B-8AC5-1DB3791CCA9F}" type="parTrans" cxnId="{561B64D6-B220-4AAD-A51E-0B8B0027E659}">
      <dgm:prSet/>
      <dgm:spPr/>
      <dgm:t>
        <a:bodyPr/>
        <a:lstStyle/>
        <a:p>
          <a:endParaRPr lang="en-IN"/>
        </a:p>
      </dgm:t>
    </dgm:pt>
    <dgm:pt modelId="{54723E4A-4DD9-4AB6-AE98-792C7225764F}" type="sibTrans" cxnId="{561B64D6-B220-4AAD-A51E-0B8B0027E659}">
      <dgm:prSet/>
      <dgm:spPr/>
      <dgm:t>
        <a:bodyPr/>
        <a:lstStyle/>
        <a:p>
          <a:endParaRPr lang="en-IN"/>
        </a:p>
      </dgm:t>
    </dgm:pt>
    <dgm:pt modelId="{AE5323B0-45D5-47BE-BD27-BED8A14B2271}">
      <dgm:prSet phldrT="[Text]" phldr="0"/>
      <dgm:spPr/>
      <dgm:t>
        <a:bodyPr/>
        <a:lstStyle/>
        <a:p>
          <a:r>
            <a:rPr lang="en-IN" b="0" i="0" dirty="0"/>
            <a:t>Align automated evaluators with human evaluation</a:t>
          </a:r>
          <a:endParaRPr lang="en-IN" dirty="0"/>
        </a:p>
      </dgm:t>
    </dgm:pt>
    <dgm:pt modelId="{387FA97D-DA8A-4084-8A72-5919B95D83FC}" type="parTrans" cxnId="{5A5443BA-2275-4ECE-AF87-6C4647FF8AD6}">
      <dgm:prSet/>
      <dgm:spPr/>
      <dgm:t>
        <a:bodyPr/>
        <a:lstStyle/>
        <a:p>
          <a:endParaRPr lang="en-IN"/>
        </a:p>
      </dgm:t>
    </dgm:pt>
    <dgm:pt modelId="{829FB777-F6C1-4E42-8999-A20A2A5B6CD1}" type="sibTrans" cxnId="{5A5443BA-2275-4ECE-AF87-6C4647FF8AD6}">
      <dgm:prSet/>
      <dgm:spPr/>
      <dgm:t>
        <a:bodyPr/>
        <a:lstStyle/>
        <a:p>
          <a:endParaRPr lang="en-IN"/>
        </a:p>
      </dgm:t>
    </dgm:pt>
    <dgm:pt modelId="{301CD002-0145-49C9-AB98-0A0E2DD7AFB7}" type="pres">
      <dgm:prSet presAssocID="{99F882C9-B265-4BBB-9618-7D04F52FAC10}" presName="Name0" presStyleCnt="0">
        <dgm:presLayoutVars>
          <dgm:dir/>
          <dgm:resizeHandles val="exact"/>
        </dgm:presLayoutVars>
      </dgm:prSet>
      <dgm:spPr/>
    </dgm:pt>
    <dgm:pt modelId="{E709C871-9225-4EF1-9770-4B9049C3AB54}" type="pres">
      <dgm:prSet presAssocID="{A66201FD-4348-49B9-B999-75FD62A27457}" presName="node" presStyleLbl="node1" presStyleIdx="0" presStyleCnt="6">
        <dgm:presLayoutVars>
          <dgm:bulletEnabled val="1"/>
        </dgm:presLayoutVars>
      </dgm:prSet>
      <dgm:spPr/>
    </dgm:pt>
    <dgm:pt modelId="{D7258614-378C-49BE-B256-FE6524868FEE}" type="pres">
      <dgm:prSet presAssocID="{814A5B38-DAAA-49AC-BA6D-CAC52C96A2EE}" presName="sibTrans" presStyleLbl="sibTrans2D1" presStyleIdx="0" presStyleCnt="5"/>
      <dgm:spPr/>
    </dgm:pt>
    <dgm:pt modelId="{A97A22E3-2FE5-460D-BA5A-B3CEECA25374}" type="pres">
      <dgm:prSet presAssocID="{814A5B38-DAAA-49AC-BA6D-CAC52C96A2EE}" presName="connectorText" presStyleLbl="sibTrans2D1" presStyleIdx="0" presStyleCnt="5"/>
      <dgm:spPr/>
    </dgm:pt>
    <dgm:pt modelId="{AAC6CB63-B930-44C6-8ABD-9F43138C90CE}" type="pres">
      <dgm:prSet presAssocID="{B7B6D0B3-AE81-41E2-B1CF-A269C14D2F59}" presName="node" presStyleLbl="node1" presStyleIdx="1" presStyleCnt="6">
        <dgm:presLayoutVars>
          <dgm:bulletEnabled val="1"/>
        </dgm:presLayoutVars>
      </dgm:prSet>
      <dgm:spPr/>
    </dgm:pt>
    <dgm:pt modelId="{FF8D031B-24D6-41C0-BF11-8AAADB40ED8A}" type="pres">
      <dgm:prSet presAssocID="{75FBE423-CEEB-4C57-94FB-FF5014697EBA}" presName="sibTrans" presStyleLbl="sibTrans2D1" presStyleIdx="1" presStyleCnt="5"/>
      <dgm:spPr/>
    </dgm:pt>
    <dgm:pt modelId="{3BDECF55-82F0-4A96-B148-27C5E99488B6}" type="pres">
      <dgm:prSet presAssocID="{75FBE423-CEEB-4C57-94FB-FF5014697EBA}" presName="connectorText" presStyleLbl="sibTrans2D1" presStyleIdx="1" presStyleCnt="5"/>
      <dgm:spPr/>
    </dgm:pt>
    <dgm:pt modelId="{4D6B175E-4334-4E64-8916-5A8B68D3F45C}" type="pres">
      <dgm:prSet presAssocID="{8018A2AD-2FA4-42BA-A551-3873B9725A49}" presName="node" presStyleLbl="node1" presStyleIdx="2" presStyleCnt="6">
        <dgm:presLayoutVars>
          <dgm:bulletEnabled val="1"/>
        </dgm:presLayoutVars>
      </dgm:prSet>
      <dgm:spPr/>
    </dgm:pt>
    <dgm:pt modelId="{8703133E-296C-42A2-B6A3-5566B0E7A6DA}" type="pres">
      <dgm:prSet presAssocID="{B3A8298C-50F0-4652-B8DD-722746B84B5D}" presName="sibTrans" presStyleLbl="sibTrans2D1" presStyleIdx="2" presStyleCnt="5"/>
      <dgm:spPr/>
    </dgm:pt>
    <dgm:pt modelId="{7E43BFC0-5D22-4AD3-BC11-3BF46FD8E3CC}" type="pres">
      <dgm:prSet presAssocID="{B3A8298C-50F0-4652-B8DD-722746B84B5D}" presName="connectorText" presStyleLbl="sibTrans2D1" presStyleIdx="2" presStyleCnt="5"/>
      <dgm:spPr/>
    </dgm:pt>
    <dgm:pt modelId="{6B29663C-4AA3-4B28-9CCD-9AE25356CE4F}" type="pres">
      <dgm:prSet presAssocID="{3155AEB9-6071-4674-AFAD-DB05B24AE774}" presName="node" presStyleLbl="node1" presStyleIdx="3" presStyleCnt="6">
        <dgm:presLayoutVars>
          <dgm:bulletEnabled val="1"/>
        </dgm:presLayoutVars>
      </dgm:prSet>
      <dgm:spPr/>
    </dgm:pt>
    <dgm:pt modelId="{ABE42988-9508-44F6-907B-3A4639BA1E90}" type="pres">
      <dgm:prSet presAssocID="{EB372E13-79AE-400D-B354-D2E083CA0F2C}" presName="sibTrans" presStyleLbl="sibTrans2D1" presStyleIdx="3" presStyleCnt="5"/>
      <dgm:spPr/>
    </dgm:pt>
    <dgm:pt modelId="{FA9B75CE-3AEE-46F8-BF88-10D4F123D1E7}" type="pres">
      <dgm:prSet presAssocID="{EB372E13-79AE-400D-B354-D2E083CA0F2C}" presName="connectorText" presStyleLbl="sibTrans2D1" presStyleIdx="3" presStyleCnt="5"/>
      <dgm:spPr/>
    </dgm:pt>
    <dgm:pt modelId="{C596D25F-6D2D-41FC-B770-2C553ECAA6C1}" type="pres">
      <dgm:prSet presAssocID="{180A45D2-CB11-4D36-A4F9-DF78D33C64CA}" presName="node" presStyleLbl="node1" presStyleIdx="4" presStyleCnt="6">
        <dgm:presLayoutVars>
          <dgm:bulletEnabled val="1"/>
        </dgm:presLayoutVars>
      </dgm:prSet>
      <dgm:spPr/>
    </dgm:pt>
    <dgm:pt modelId="{2E5B95F5-D0F5-4CE4-A9FC-954511F23665}" type="pres">
      <dgm:prSet presAssocID="{54723E4A-4DD9-4AB6-AE98-792C7225764F}" presName="sibTrans" presStyleLbl="sibTrans2D1" presStyleIdx="4" presStyleCnt="5"/>
      <dgm:spPr/>
    </dgm:pt>
    <dgm:pt modelId="{237C3577-954F-442B-A973-EEDE7BADA08B}" type="pres">
      <dgm:prSet presAssocID="{54723E4A-4DD9-4AB6-AE98-792C7225764F}" presName="connectorText" presStyleLbl="sibTrans2D1" presStyleIdx="4" presStyleCnt="5"/>
      <dgm:spPr/>
    </dgm:pt>
    <dgm:pt modelId="{40B72A3E-6E8E-4B94-B080-8D9443EC05E9}" type="pres">
      <dgm:prSet presAssocID="{AE5323B0-45D5-47BE-BD27-BED8A14B2271}" presName="node" presStyleLbl="node1" presStyleIdx="5" presStyleCnt="6">
        <dgm:presLayoutVars>
          <dgm:bulletEnabled val="1"/>
        </dgm:presLayoutVars>
      </dgm:prSet>
      <dgm:spPr/>
    </dgm:pt>
  </dgm:ptLst>
  <dgm:cxnLst>
    <dgm:cxn modelId="{E2AADF03-CF85-4CD8-9399-7DB69E869BB5}" srcId="{99F882C9-B265-4BBB-9618-7D04F52FAC10}" destId="{3155AEB9-6071-4674-AFAD-DB05B24AE774}" srcOrd="3" destOrd="0" parTransId="{96B176F0-D1F9-4FA9-83CF-D4E642C5B6D4}" sibTransId="{EB372E13-79AE-400D-B354-D2E083CA0F2C}"/>
    <dgm:cxn modelId="{D0C1BC0B-21A4-4A0E-A7E4-78271716AB78}" type="presOf" srcId="{A66201FD-4348-49B9-B999-75FD62A27457}" destId="{E709C871-9225-4EF1-9770-4B9049C3AB54}" srcOrd="0" destOrd="0" presId="urn:microsoft.com/office/officeart/2005/8/layout/process1"/>
    <dgm:cxn modelId="{7248CB0B-A317-4B83-A1BD-543D01982BF6}" type="presOf" srcId="{3155AEB9-6071-4674-AFAD-DB05B24AE774}" destId="{6B29663C-4AA3-4B28-9CCD-9AE25356CE4F}" srcOrd="0" destOrd="0" presId="urn:microsoft.com/office/officeart/2005/8/layout/process1"/>
    <dgm:cxn modelId="{6A21D20B-53C4-46F2-A2F6-802AF574AA2A}" type="presOf" srcId="{8018A2AD-2FA4-42BA-A551-3873B9725A49}" destId="{4D6B175E-4334-4E64-8916-5A8B68D3F45C}" srcOrd="0" destOrd="0" presId="urn:microsoft.com/office/officeart/2005/8/layout/process1"/>
    <dgm:cxn modelId="{FA378B0C-009C-4F44-826F-5DCF7F643075}" srcId="{99F882C9-B265-4BBB-9618-7D04F52FAC10}" destId="{A66201FD-4348-49B9-B999-75FD62A27457}" srcOrd="0" destOrd="0" parTransId="{1B8D1AFD-23AA-41FA-B90B-57D3FE660700}" sibTransId="{814A5B38-DAAA-49AC-BA6D-CAC52C96A2EE}"/>
    <dgm:cxn modelId="{55B7B65B-2B0F-47C3-B5CB-59E8550FA9B5}" type="presOf" srcId="{EB372E13-79AE-400D-B354-D2E083CA0F2C}" destId="{FA9B75CE-3AEE-46F8-BF88-10D4F123D1E7}" srcOrd="1" destOrd="0" presId="urn:microsoft.com/office/officeart/2005/8/layout/process1"/>
    <dgm:cxn modelId="{067D8C6A-DCFB-4426-BC72-FEE4F16981E3}" type="presOf" srcId="{75FBE423-CEEB-4C57-94FB-FF5014697EBA}" destId="{3BDECF55-82F0-4A96-B148-27C5E99488B6}" srcOrd="1" destOrd="0" presId="urn:microsoft.com/office/officeart/2005/8/layout/process1"/>
    <dgm:cxn modelId="{67AD7275-D921-445C-982F-8A8C883F75CA}" type="presOf" srcId="{54723E4A-4DD9-4AB6-AE98-792C7225764F}" destId="{237C3577-954F-442B-A973-EEDE7BADA08B}" srcOrd="1" destOrd="0" presId="urn:microsoft.com/office/officeart/2005/8/layout/process1"/>
    <dgm:cxn modelId="{2ECB5A57-50C7-4D78-908C-694A16492229}" type="presOf" srcId="{814A5B38-DAAA-49AC-BA6D-CAC52C96A2EE}" destId="{A97A22E3-2FE5-460D-BA5A-B3CEECA25374}" srcOrd="1" destOrd="0" presId="urn:microsoft.com/office/officeart/2005/8/layout/process1"/>
    <dgm:cxn modelId="{DF143686-7A40-4996-BE93-90C5812D99AA}" type="presOf" srcId="{B3A8298C-50F0-4652-B8DD-722746B84B5D}" destId="{8703133E-296C-42A2-B6A3-5566B0E7A6DA}" srcOrd="0" destOrd="0" presId="urn:microsoft.com/office/officeart/2005/8/layout/process1"/>
    <dgm:cxn modelId="{175FF996-30F4-4F56-88A9-577695FCD9A6}" type="presOf" srcId="{B7B6D0B3-AE81-41E2-B1CF-A269C14D2F59}" destId="{AAC6CB63-B930-44C6-8ABD-9F43138C90CE}" srcOrd="0" destOrd="0" presId="urn:microsoft.com/office/officeart/2005/8/layout/process1"/>
    <dgm:cxn modelId="{A3E3DB97-7257-4BC6-A843-81C969644F80}" type="presOf" srcId="{99F882C9-B265-4BBB-9618-7D04F52FAC10}" destId="{301CD002-0145-49C9-AB98-0A0E2DD7AFB7}" srcOrd="0" destOrd="0" presId="urn:microsoft.com/office/officeart/2005/8/layout/process1"/>
    <dgm:cxn modelId="{2E9B2898-B1C1-40E6-B788-BD4957209A85}" type="presOf" srcId="{814A5B38-DAAA-49AC-BA6D-CAC52C96A2EE}" destId="{D7258614-378C-49BE-B256-FE6524868FEE}" srcOrd="0" destOrd="0" presId="urn:microsoft.com/office/officeart/2005/8/layout/process1"/>
    <dgm:cxn modelId="{2155E49D-CA90-48D3-8952-6EAC516AC1FA}" type="presOf" srcId="{180A45D2-CB11-4D36-A4F9-DF78D33C64CA}" destId="{C596D25F-6D2D-41FC-B770-2C553ECAA6C1}" srcOrd="0" destOrd="0" presId="urn:microsoft.com/office/officeart/2005/8/layout/process1"/>
    <dgm:cxn modelId="{1F70DBA0-DDD4-4C82-89DB-AEA55338D5B1}" type="presOf" srcId="{75FBE423-CEEB-4C57-94FB-FF5014697EBA}" destId="{FF8D031B-24D6-41C0-BF11-8AAADB40ED8A}" srcOrd="0" destOrd="0" presId="urn:microsoft.com/office/officeart/2005/8/layout/process1"/>
    <dgm:cxn modelId="{8BA9EAA3-1E0F-4A61-9E7C-60D167360E0A}" type="presOf" srcId="{EB372E13-79AE-400D-B354-D2E083CA0F2C}" destId="{ABE42988-9508-44F6-907B-3A4639BA1E90}" srcOrd="0" destOrd="0" presId="urn:microsoft.com/office/officeart/2005/8/layout/process1"/>
    <dgm:cxn modelId="{E66DF1AB-20E2-4E35-A204-90F2D494BE6F}" type="presOf" srcId="{54723E4A-4DD9-4AB6-AE98-792C7225764F}" destId="{2E5B95F5-D0F5-4CE4-A9FC-954511F23665}" srcOrd="0" destOrd="0" presId="urn:microsoft.com/office/officeart/2005/8/layout/process1"/>
    <dgm:cxn modelId="{5A5443BA-2275-4ECE-AF87-6C4647FF8AD6}" srcId="{99F882C9-B265-4BBB-9618-7D04F52FAC10}" destId="{AE5323B0-45D5-47BE-BD27-BED8A14B2271}" srcOrd="5" destOrd="0" parTransId="{387FA97D-DA8A-4084-8A72-5919B95D83FC}" sibTransId="{829FB777-F6C1-4E42-8999-A20A2A5B6CD1}"/>
    <dgm:cxn modelId="{828BA7BC-31A0-45C5-A3EE-486A7742C2B2}" srcId="{99F882C9-B265-4BBB-9618-7D04F52FAC10}" destId="{B7B6D0B3-AE81-41E2-B1CF-A269C14D2F59}" srcOrd="1" destOrd="0" parTransId="{8323FDCB-6436-43ED-A03F-9FD8F07C03AD}" sibTransId="{75FBE423-CEEB-4C57-94FB-FF5014697EBA}"/>
    <dgm:cxn modelId="{A04436BF-7035-4599-A20B-CA444A0672C2}" srcId="{99F882C9-B265-4BBB-9618-7D04F52FAC10}" destId="{8018A2AD-2FA4-42BA-A551-3873B9725A49}" srcOrd="2" destOrd="0" parTransId="{2723375A-F370-4A39-9156-9E19B1696D92}" sibTransId="{B3A8298C-50F0-4652-B8DD-722746B84B5D}"/>
    <dgm:cxn modelId="{561B64D6-B220-4AAD-A51E-0B8B0027E659}" srcId="{99F882C9-B265-4BBB-9618-7D04F52FAC10}" destId="{180A45D2-CB11-4D36-A4F9-DF78D33C64CA}" srcOrd="4" destOrd="0" parTransId="{15C2E7FB-E3C6-430B-8AC5-1DB3791CCA9F}" sibTransId="{54723E4A-4DD9-4AB6-AE98-792C7225764F}"/>
    <dgm:cxn modelId="{EC0D00E9-70D1-46A3-8CDE-71F5107266B5}" type="presOf" srcId="{AE5323B0-45D5-47BE-BD27-BED8A14B2271}" destId="{40B72A3E-6E8E-4B94-B080-8D9443EC05E9}" srcOrd="0" destOrd="0" presId="urn:microsoft.com/office/officeart/2005/8/layout/process1"/>
    <dgm:cxn modelId="{314671E9-3D96-4BB6-BAEB-411DCEB8BF02}" type="presOf" srcId="{B3A8298C-50F0-4652-B8DD-722746B84B5D}" destId="{7E43BFC0-5D22-4AD3-BC11-3BF46FD8E3CC}" srcOrd="1" destOrd="0" presId="urn:microsoft.com/office/officeart/2005/8/layout/process1"/>
    <dgm:cxn modelId="{77181010-8498-4A2F-9B67-5CCF6A91F977}" type="presParOf" srcId="{301CD002-0145-49C9-AB98-0A0E2DD7AFB7}" destId="{E709C871-9225-4EF1-9770-4B9049C3AB54}" srcOrd="0" destOrd="0" presId="urn:microsoft.com/office/officeart/2005/8/layout/process1"/>
    <dgm:cxn modelId="{33DD8FA6-00C4-44C9-BC9D-D4E6A8D12051}" type="presParOf" srcId="{301CD002-0145-49C9-AB98-0A0E2DD7AFB7}" destId="{D7258614-378C-49BE-B256-FE6524868FEE}" srcOrd="1" destOrd="0" presId="urn:microsoft.com/office/officeart/2005/8/layout/process1"/>
    <dgm:cxn modelId="{F7219A25-408F-42F0-B62C-66C12D458B2C}" type="presParOf" srcId="{D7258614-378C-49BE-B256-FE6524868FEE}" destId="{A97A22E3-2FE5-460D-BA5A-B3CEECA25374}" srcOrd="0" destOrd="0" presId="urn:microsoft.com/office/officeart/2005/8/layout/process1"/>
    <dgm:cxn modelId="{D6061512-98B3-43FD-A294-CC10A24939C8}" type="presParOf" srcId="{301CD002-0145-49C9-AB98-0A0E2DD7AFB7}" destId="{AAC6CB63-B930-44C6-8ABD-9F43138C90CE}" srcOrd="2" destOrd="0" presId="urn:microsoft.com/office/officeart/2005/8/layout/process1"/>
    <dgm:cxn modelId="{1CB13849-0179-42EC-913B-E60DAAFD649B}" type="presParOf" srcId="{301CD002-0145-49C9-AB98-0A0E2DD7AFB7}" destId="{FF8D031B-24D6-41C0-BF11-8AAADB40ED8A}" srcOrd="3" destOrd="0" presId="urn:microsoft.com/office/officeart/2005/8/layout/process1"/>
    <dgm:cxn modelId="{98CE0945-150C-4D19-A9CD-969264E7F919}" type="presParOf" srcId="{FF8D031B-24D6-41C0-BF11-8AAADB40ED8A}" destId="{3BDECF55-82F0-4A96-B148-27C5E99488B6}" srcOrd="0" destOrd="0" presId="urn:microsoft.com/office/officeart/2005/8/layout/process1"/>
    <dgm:cxn modelId="{0CBBEFA3-5268-4548-AB99-F9627F707C9F}" type="presParOf" srcId="{301CD002-0145-49C9-AB98-0A0E2DD7AFB7}" destId="{4D6B175E-4334-4E64-8916-5A8B68D3F45C}" srcOrd="4" destOrd="0" presId="urn:microsoft.com/office/officeart/2005/8/layout/process1"/>
    <dgm:cxn modelId="{3FC167C2-AD15-4A7C-806A-B62853BB8501}" type="presParOf" srcId="{301CD002-0145-49C9-AB98-0A0E2DD7AFB7}" destId="{8703133E-296C-42A2-B6A3-5566B0E7A6DA}" srcOrd="5" destOrd="0" presId="urn:microsoft.com/office/officeart/2005/8/layout/process1"/>
    <dgm:cxn modelId="{073CA4EA-C278-419A-8232-863C12CFBF4C}" type="presParOf" srcId="{8703133E-296C-42A2-B6A3-5566B0E7A6DA}" destId="{7E43BFC0-5D22-4AD3-BC11-3BF46FD8E3CC}" srcOrd="0" destOrd="0" presId="urn:microsoft.com/office/officeart/2005/8/layout/process1"/>
    <dgm:cxn modelId="{F3F2D481-13D5-4B48-A96A-530804EC8F77}" type="presParOf" srcId="{301CD002-0145-49C9-AB98-0A0E2DD7AFB7}" destId="{6B29663C-4AA3-4B28-9CCD-9AE25356CE4F}" srcOrd="6" destOrd="0" presId="urn:microsoft.com/office/officeart/2005/8/layout/process1"/>
    <dgm:cxn modelId="{1E70059E-3364-407E-A5F0-37462FC96A59}" type="presParOf" srcId="{301CD002-0145-49C9-AB98-0A0E2DD7AFB7}" destId="{ABE42988-9508-44F6-907B-3A4639BA1E90}" srcOrd="7" destOrd="0" presId="urn:microsoft.com/office/officeart/2005/8/layout/process1"/>
    <dgm:cxn modelId="{92DBB9EF-048B-48F6-BDE7-BEAD58FF2250}" type="presParOf" srcId="{ABE42988-9508-44F6-907B-3A4639BA1E90}" destId="{FA9B75CE-3AEE-46F8-BF88-10D4F123D1E7}" srcOrd="0" destOrd="0" presId="urn:microsoft.com/office/officeart/2005/8/layout/process1"/>
    <dgm:cxn modelId="{B75A5332-4914-42BE-ADB6-947FE07B7DB8}" type="presParOf" srcId="{301CD002-0145-49C9-AB98-0A0E2DD7AFB7}" destId="{C596D25F-6D2D-41FC-B770-2C553ECAA6C1}" srcOrd="8" destOrd="0" presId="urn:microsoft.com/office/officeart/2005/8/layout/process1"/>
    <dgm:cxn modelId="{CA5E909C-A467-45BB-86D1-64D8F6266A00}" type="presParOf" srcId="{301CD002-0145-49C9-AB98-0A0E2DD7AFB7}" destId="{2E5B95F5-D0F5-4CE4-A9FC-954511F23665}" srcOrd="9" destOrd="0" presId="urn:microsoft.com/office/officeart/2005/8/layout/process1"/>
    <dgm:cxn modelId="{70361C0D-7FCE-45A9-951B-9A44489607B1}" type="presParOf" srcId="{2E5B95F5-D0F5-4CE4-A9FC-954511F23665}" destId="{237C3577-954F-442B-A973-EEDE7BADA08B}" srcOrd="0" destOrd="0" presId="urn:microsoft.com/office/officeart/2005/8/layout/process1"/>
    <dgm:cxn modelId="{437D6550-2205-4BC2-B61A-28CB72C9DC75}" type="presParOf" srcId="{301CD002-0145-49C9-AB98-0A0E2DD7AFB7}" destId="{40B72A3E-6E8E-4B94-B080-8D9443EC05E9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2CDB12-4BB3-40F1-BAAD-14B056D22CE0}">
      <dsp:nvSpPr>
        <dsp:cNvPr id="0" name=""/>
        <dsp:cNvSpPr/>
      </dsp:nvSpPr>
      <dsp:spPr>
        <a:xfrm>
          <a:off x="5582288" y="1378698"/>
          <a:ext cx="1376126" cy="2388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415"/>
              </a:lnTo>
              <a:lnTo>
                <a:pt x="1376126" y="119415"/>
              </a:lnTo>
              <a:lnTo>
                <a:pt x="1376126" y="2388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C67163-59C2-4D1A-802D-16368B005A14}">
      <dsp:nvSpPr>
        <dsp:cNvPr id="0" name=""/>
        <dsp:cNvSpPr/>
      </dsp:nvSpPr>
      <dsp:spPr>
        <a:xfrm>
          <a:off x="5127370" y="2186177"/>
          <a:ext cx="170594" cy="523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155"/>
              </a:lnTo>
              <a:lnTo>
                <a:pt x="170594" y="5231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2B2CAB-A54E-44C0-8E4A-E1B353046DA5}">
      <dsp:nvSpPr>
        <dsp:cNvPr id="0" name=""/>
        <dsp:cNvSpPr/>
      </dsp:nvSpPr>
      <dsp:spPr>
        <a:xfrm>
          <a:off x="5536568" y="1378698"/>
          <a:ext cx="91440" cy="2388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88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BE6466-CE82-4574-8D0D-7C614A47D76D}">
      <dsp:nvSpPr>
        <dsp:cNvPr id="0" name=""/>
        <dsp:cNvSpPr/>
      </dsp:nvSpPr>
      <dsp:spPr>
        <a:xfrm>
          <a:off x="3751243" y="2186177"/>
          <a:ext cx="170594" cy="2945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5593"/>
              </a:lnTo>
              <a:lnTo>
                <a:pt x="170594" y="29455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8ED960-0823-4A10-B52A-0750DD870704}">
      <dsp:nvSpPr>
        <dsp:cNvPr id="0" name=""/>
        <dsp:cNvSpPr/>
      </dsp:nvSpPr>
      <dsp:spPr>
        <a:xfrm>
          <a:off x="3751243" y="2186177"/>
          <a:ext cx="170594" cy="21381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8114"/>
              </a:lnTo>
              <a:lnTo>
                <a:pt x="170594" y="21381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9C21AE-235D-4E58-BCB3-2421767DB45A}">
      <dsp:nvSpPr>
        <dsp:cNvPr id="0" name=""/>
        <dsp:cNvSpPr/>
      </dsp:nvSpPr>
      <dsp:spPr>
        <a:xfrm>
          <a:off x="3751243" y="2186177"/>
          <a:ext cx="170594" cy="13306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0635"/>
              </a:lnTo>
              <a:lnTo>
                <a:pt x="170594" y="13306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6873EA-B266-4A7C-B9A7-DA0E0993E6CE}">
      <dsp:nvSpPr>
        <dsp:cNvPr id="0" name=""/>
        <dsp:cNvSpPr/>
      </dsp:nvSpPr>
      <dsp:spPr>
        <a:xfrm>
          <a:off x="3751243" y="2186177"/>
          <a:ext cx="170594" cy="523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155"/>
              </a:lnTo>
              <a:lnTo>
                <a:pt x="170594" y="5231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5B118-087C-4BA4-A148-BD173AC952D1}">
      <dsp:nvSpPr>
        <dsp:cNvPr id="0" name=""/>
        <dsp:cNvSpPr/>
      </dsp:nvSpPr>
      <dsp:spPr>
        <a:xfrm>
          <a:off x="4206161" y="1378698"/>
          <a:ext cx="1376126" cy="238831"/>
        </a:xfrm>
        <a:custGeom>
          <a:avLst/>
          <a:gdLst/>
          <a:ahLst/>
          <a:cxnLst/>
          <a:rect l="0" t="0" r="0" b="0"/>
          <a:pathLst>
            <a:path>
              <a:moveTo>
                <a:pt x="1376126" y="0"/>
              </a:moveTo>
              <a:lnTo>
                <a:pt x="1376126" y="119415"/>
              </a:lnTo>
              <a:lnTo>
                <a:pt x="0" y="119415"/>
              </a:lnTo>
              <a:lnTo>
                <a:pt x="0" y="2388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CEC76D-250D-4DCC-9F30-7CFB2E7F39BD}">
      <dsp:nvSpPr>
        <dsp:cNvPr id="0" name=""/>
        <dsp:cNvSpPr/>
      </dsp:nvSpPr>
      <dsp:spPr>
        <a:xfrm>
          <a:off x="3375936" y="571219"/>
          <a:ext cx="2206352" cy="2388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415"/>
              </a:lnTo>
              <a:lnTo>
                <a:pt x="2206352" y="119415"/>
              </a:lnTo>
              <a:lnTo>
                <a:pt x="2206352" y="2388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3646A7-D55F-44FF-8CBA-C3A336C0AAC3}">
      <dsp:nvSpPr>
        <dsp:cNvPr id="0" name=""/>
        <dsp:cNvSpPr/>
      </dsp:nvSpPr>
      <dsp:spPr>
        <a:xfrm>
          <a:off x="2090793" y="1378698"/>
          <a:ext cx="170594" cy="2945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5593"/>
              </a:lnTo>
              <a:lnTo>
                <a:pt x="170594" y="29455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C9C92C-2879-48A6-B75A-F25E23FA0CFA}">
      <dsp:nvSpPr>
        <dsp:cNvPr id="0" name=""/>
        <dsp:cNvSpPr/>
      </dsp:nvSpPr>
      <dsp:spPr>
        <a:xfrm>
          <a:off x="2090793" y="1378698"/>
          <a:ext cx="170594" cy="21381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8114"/>
              </a:lnTo>
              <a:lnTo>
                <a:pt x="170594" y="21381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44D730-6E7F-472F-8819-98B2783872EA}">
      <dsp:nvSpPr>
        <dsp:cNvPr id="0" name=""/>
        <dsp:cNvSpPr/>
      </dsp:nvSpPr>
      <dsp:spPr>
        <a:xfrm>
          <a:off x="2090793" y="1378698"/>
          <a:ext cx="170594" cy="13306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0635"/>
              </a:lnTo>
              <a:lnTo>
                <a:pt x="170594" y="13306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2AE139-C672-46CF-91B1-DB8919113895}">
      <dsp:nvSpPr>
        <dsp:cNvPr id="0" name=""/>
        <dsp:cNvSpPr/>
      </dsp:nvSpPr>
      <dsp:spPr>
        <a:xfrm>
          <a:off x="2090793" y="1378698"/>
          <a:ext cx="170594" cy="523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155"/>
              </a:lnTo>
              <a:lnTo>
                <a:pt x="170594" y="5231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5D05DC-31F9-4C86-AFF6-7C63999711FA}">
      <dsp:nvSpPr>
        <dsp:cNvPr id="0" name=""/>
        <dsp:cNvSpPr/>
      </dsp:nvSpPr>
      <dsp:spPr>
        <a:xfrm>
          <a:off x="2545711" y="571219"/>
          <a:ext cx="830225" cy="238831"/>
        </a:xfrm>
        <a:custGeom>
          <a:avLst/>
          <a:gdLst/>
          <a:ahLst/>
          <a:cxnLst/>
          <a:rect l="0" t="0" r="0" b="0"/>
          <a:pathLst>
            <a:path>
              <a:moveTo>
                <a:pt x="830225" y="0"/>
              </a:moveTo>
              <a:lnTo>
                <a:pt x="830225" y="119415"/>
              </a:lnTo>
              <a:lnTo>
                <a:pt x="0" y="119415"/>
              </a:lnTo>
              <a:lnTo>
                <a:pt x="0" y="2388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7E56FF-643C-461F-A20B-B660CF608FB7}">
      <dsp:nvSpPr>
        <dsp:cNvPr id="0" name=""/>
        <dsp:cNvSpPr/>
      </dsp:nvSpPr>
      <dsp:spPr>
        <a:xfrm>
          <a:off x="714666" y="1378698"/>
          <a:ext cx="170594" cy="13306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0635"/>
              </a:lnTo>
              <a:lnTo>
                <a:pt x="170594" y="13306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E2B79D-9A77-4FC1-A67E-2D2DCB3092EE}">
      <dsp:nvSpPr>
        <dsp:cNvPr id="0" name=""/>
        <dsp:cNvSpPr/>
      </dsp:nvSpPr>
      <dsp:spPr>
        <a:xfrm>
          <a:off x="714666" y="1378698"/>
          <a:ext cx="170594" cy="523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155"/>
              </a:lnTo>
              <a:lnTo>
                <a:pt x="170594" y="5231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53789A-E4D5-400F-B0FF-29536A3CEFF9}">
      <dsp:nvSpPr>
        <dsp:cNvPr id="0" name=""/>
        <dsp:cNvSpPr/>
      </dsp:nvSpPr>
      <dsp:spPr>
        <a:xfrm>
          <a:off x="1169584" y="571219"/>
          <a:ext cx="2206352" cy="238831"/>
        </a:xfrm>
        <a:custGeom>
          <a:avLst/>
          <a:gdLst/>
          <a:ahLst/>
          <a:cxnLst/>
          <a:rect l="0" t="0" r="0" b="0"/>
          <a:pathLst>
            <a:path>
              <a:moveTo>
                <a:pt x="2206352" y="0"/>
              </a:moveTo>
              <a:lnTo>
                <a:pt x="2206352" y="119415"/>
              </a:lnTo>
              <a:lnTo>
                <a:pt x="0" y="119415"/>
              </a:lnTo>
              <a:lnTo>
                <a:pt x="0" y="2388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962027-AFDA-4350-8F6E-09C0BF50D91A}">
      <dsp:nvSpPr>
        <dsp:cNvPr id="0" name=""/>
        <dsp:cNvSpPr/>
      </dsp:nvSpPr>
      <dsp:spPr>
        <a:xfrm>
          <a:off x="2807289" y="2571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Metrics</a:t>
          </a:r>
          <a:endParaRPr lang="en-IN" sz="1500" kern="1200" dirty="0"/>
        </a:p>
      </dsp:txBody>
      <dsp:txXfrm>
        <a:off x="2807289" y="2571"/>
        <a:ext cx="1137294" cy="568647"/>
      </dsp:txXfrm>
    </dsp:sp>
    <dsp:sp modelId="{DF4CA5ED-419F-4280-8225-A4BD2F612DBE}">
      <dsp:nvSpPr>
        <dsp:cNvPr id="0" name=""/>
        <dsp:cNvSpPr/>
      </dsp:nvSpPr>
      <dsp:spPr>
        <a:xfrm>
          <a:off x="600936" y="810050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Cost</a:t>
          </a:r>
          <a:endParaRPr lang="en-IN" sz="1500" kern="1200" dirty="0"/>
        </a:p>
      </dsp:txBody>
      <dsp:txXfrm>
        <a:off x="600936" y="810050"/>
        <a:ext cx="1137294" cy="568647"/>
      </dsp:txXfrm>
    </dsp:sp>
    <dsp:sp modelId="{7DB6DB78-BB59-47BB-A49F-859362800567}">
      <dsp:nvSpPr>
        <dsp:cNvPr id="0" name=""/>
        <dsp:cNvSpPr/>
      </dsp:nvSpPr>
      <dsp:spPr>
        <a:xfrm>
          <a:off x="885260" y="1617530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Input</a:t>
          </a:r>
          <a:endParaRPr lang="en-IN" sz="1500" kern="1200" dirty="0"/>
        </a:p>
      </dsp:txBody>
      <dsp:txXfrm>
        <a:off x="885260" y="1617530"/>
        <a:ext cx="1137294" cy="568647"/>
      </dsp:txXfrm>
    </dsp:sp>
    <dsp:sp modelId="{EC4BED9C-3FBC-4CF1-B70B-EFB2F6C624FD}">
      <dsp:nvSpPr>
        <dsp:cNvPr id="0" name=""/>
        <dsp:cNvSpPr/>
      </dsp:nvSpPr>
      <dsp:spPr>
        <a:xfrm>
          <a:off x="885260" y="2425009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Output</a:t>
          </a:r>
          <a:endParaRPr lang="en-IN" sz="1500" kern="1200" dirty="0"/>
        </a:p>
      </dsp:txBody>
      <dsp:txXfrm>
        <a:off x="885260" y="2425009"/>
        <a:ext cx="1137294" cy="568647"/>
      </dsp:txXfrm>
    </dsp:sp>
    <dsp:sp modelId="{7B43FF82-EE0B-4058-931A-9A70133FF522}">
      <dsp:nvSpPr>
        <dsp:cNvPr id="0" name=""/>
        <dsp:cNvSpPr/>
      </dsp:nvSpPr>
      <dsp:spPr>
        <a:xfrm>
          <a:off x="1977063" y="810050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Performance</a:t>
          </a:r>
          <a:endParaRPr lang="en-IN" sz="1500" kern="1200" dirty="0"/>
        </a:p>
      </dsp:txBody>
      <dsp:txXfrm>
        <a:off x="1977063" y="810050"/>
        <a:ext cx="1137294" cy="568647"/>
      </dsp:txXfrm>
    </dsp:sp>
    <dsp:sp modelId="{2E13126F-E912-4E5C-91D4-9CF998157375}">
      <dsp:nvSpPr>
        <dsp:cNvPr id="0" name=""/>
        <dsp:cNvSpPr/>
      </dsp:nvSpPr>
      <dsp:spPr>
        <a:xfrm>
          <a:off x="2261387" y="1617530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Latency</a:t>
          </a:r>
          <a:endParaRPr lang="en-IN" sz="1500" kern="1200" dirty="0"/>
        </a:p>
      </dsp:txBody>
      <dsp:txXfrm>
        <a:off x="2261387" y="1617530"/>
        <a:ext cx="1137294" cy="568647"/>
      </dsp:txXfrm>
    </dsp:sp>
    <dsp:sp modelId="{BBA5217F-3957-4072-9292-4952177D3DEF}">
      <dsp:nvSpPr>
        <dsp:cNvPr id="0" name=""/>
        <dsp:cNvSpPr/>
      </dsp:nvSpPr>
      <dsp:spPr>
        <a:xfrm>
          <a:off x="2261387" y="2425009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Throughput</a:t>
          </a:r>
          <a:endParaRPr lang="en-IN" sz="1500" kern="1200" dirty="0"/>
        </a:p>
      </dsp:txBody>
      <dsp:txXfrm>
        <a:off x="2261387" y="2425009"/>
        <a:ext cx="1137294" cy="568647"/>
      </dsp:txXfrm>
    </dsp:sp>
    <dsp:sp modelId="{9BA20DEE-BE5D-4BD5-A31C-ED9B9648A774}">
      <dsp:nvSpPr>
        <dsp:cNvPr id="0" name=""/>
        <dsp:cNvSpPr/>
      </dsp:nvSpPr>
      <dsp:spPr>
        <a:xfrm>
          <a:off x="2261387" y="3232489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i="0" kern="1200" dirty="0"/>
            <a:t>Time-to-first-token</a:t>
          </a:r>
          <a:endParaRPr lang="en-IN" sz="1500" kern="1200" dirty="0"/>
        </a:p>
      </dsp:txBody>
      <dsp:txXfrm>
        <a:off x="2261387" y="3232489"/>
        <a:ext cx="1137294" cy="568647"/>
      </dsp:txXfrm>
    </dsp:sp>
    <dsp:sp modelId="{59CBA5E6-ACE8-49B3-AA53-78D7A7C7862C}">
      <dsp:nvSpPr>
        <dsp:cNvPr id="0" name=""/>
        <dsp:cNvSpPr/>
      </dsp:nvSpPr>
      <dsp:spPr>
        <a:xfrm>
          <a:off x="2261387" y="4039968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Uptime</a:t>
          </a:r>
          <a:endParaRPr lang="en-IN" sz="1500" kern="1200" dirty="0"/>
        </a:p>
      </dsp:txBody>
      <dsp:txXfrm>
        <a:off x="2261387" y="4039968"/>
        <a:ext cx="1137294" cy="568647"/>
      </dsp:txXfrm>
    </dsp:sp>
    <dsp:sp modelId="{A0F35842-5EBD-485E-9287-A016336E3272}">
      <dsp:nvSpPr>
        <dsp:cNvPr id="0" name=""/>
        <dsp:cNvSpPr/>
      </dsp:nvSpPr>
      <dsp:spPr>
        <a:xfrm>
          <a:off x="5013641" y="810050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Quality</a:t>
          </a:r>
          <a:endParaRPr lang="en-IN" sz="1500" kern="1200" dirty="0"/>
        </a:p>
      </dsp:txBody>
      <dsp:txXfrm>
        <a:off x="5013641" y="810050"/>
        <a:ext cx="1137294" cy="568647"/>
      </dsp:txXfrm>
    </dsp:sp>
    <dsp:sp modelId="{D3212C4E-7E63-4140-91B7-186F31942A91}">
      <dsp:nvSpPr>
        <dsp:cNvPr id="0" name=""/>
        <dsp:cNvSpPr/>
      </dsp:nvSpPr>
      <dsp:spPr>
        <a:xfrm>
          <a:off x="3637514" y="1617530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Classification</a:t>
          </a:r>
          <a:endParaRPr lang="en-IN" sz="1500" kern="1200" dirty="0"/>
        </a:p>
      </dsp:txBody>
      <dsp:txXfrm>
        <a:off x="3637514" y="1617530"/>
        <a:ext cx="1137294" cy="568647"/>
      </dsp:txXfrm>
    </dsp:sp>
    <dsp:sp modelId="{509440DE-ABA5-4691-B4FB-4DC3EE249613}">
      <dsp:nvSpPr>
        <dsp:cNvPr id="0" name=""/>
        <dsp:cNvSpPr/>
      </dsp:nvSpPr>
      <dsp:spPr>
        <a:xfrm>
          <a:off x="3921838" y="2425009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Accuracy</a:t>
          </a:r>
          <a:endParaRPr lang="en-IN" sz="1500" kern="1200" dirty="0"/>
        </a:p>
      </dsp:txBody>
      <dsp:txXfrm>
        <a:off x="3921838" y="2425009"/>
        <a:ext cx="1137294" cy="568647"/>
      </dsp:txXfrm>
    </dsp:sp>
    <dsp:sp modelId="{8ABBEB4C-A248-44E2-A68A-24E25A24EB09}">
      <dsp:nvSpPr>
        <dsp:cNvPr id="0" name=""/>
        <dsp:cNvSpPr/>
      </dsp:nvSpPr>
      <dsp:spPr>
        <a:xfrm>
          <a:off x="3921838" y="3232489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Recall</a:t>
          </a:r>
          <a:endParaRPr lang="en-IN" sz="1500" kern="1200" dirty="0"/>
        </a:p>
      </dsp:txBody>
      <dsp:txXfrm>
        <a:off x="3921838" y="3232489"/>
        <a:ext cx="1137294" cy="568647"/>
      </dsp:txXfrm>
    </dsp:sp>
    <dsp:sp modelId="{DCCBA5D6-1251-430F-B419-FCB97E14EFC8}">
      <dsp:nvSpPr>
        <dsp:cNvPr id="0" name=""/>
        <dsp:cNvSpPr/>
      </dsp:nvSpPr>
      <dsp:spPr>
        <a:xfrm>
          <a:off x="3921838" y="4039968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Precision</a:t>
          </a:r>
          <a:endParaRPr lang="en-IN" sz="1500" kern="1200" dirty="0"/>
        </a:p>
      </dsp:txBody>
      <dsp:txXfrm>
        <a:off x="3921838" y="4039968"/>
        <a:ext cx="1137294" cy="568647"/>
      </dsp:txXfrm>
    </dsp:sp>
    <dsp:sp modelId="{325EE765-69B2-44B6-A4C5-05BD99809A99}">
      <dsp:nvSpPr>
        <dsp:cNvPr id="0" name=""/>
        <dsp:cNvSpPr/>
      </dsp:nvSpPr>
      <dsp:spPr>
        <a:xfrm>
          <a:off x="3921838" y="4847447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F1</a:t>
          </a:r>
          <a:endParaRPr lang="en-IN" sz="1500" kern="1200" dirty="0"/>
        </a:p>
      </dsp:txBody>
      <dsp:txXfrm>
        <a:off x="3921838" y="4847447"/>
        <a:ext cx="1137294" cy="568647"/>
      </dsp:txXfrm>
    </dsp:sp>
    <dsp:sp modelId="{D60BE628-FCA0-4D2D-861C-9F3F45B7730F}">
      <dsp:nvSpPr>
        <dsp:cNvPr id="0" name=""/>
        <dsp:cNvSpPr/>
      </dsp:nvSpPr>
      <dsp:spPr>
        <a:xfrm>
          <a:off x="5013641" y="1617530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Regression</a:t>
          </a:r>
          <a:endParaRPr lang="en-IN" sz="1500" kern="1200" dirty="0"/>
        </a:p>
      </dsp:txBody>
      <dsp:txXfrm>
        <a:off x="5013641" y="1617530"/>
        <a:ext cx="1137294" cy="568647"/>
      </dsp:txXfrm>
    </dsp:sp>
    <dsp:sp modelId="{A5B57666-75FA-4957-AB3A-20D8064D6ADA}">
      <dsp:nvSpPr>
        <dsp:cNvPr id="0" name=""/>
        <dsp:cNvSpPr/>
      </dsp:nvSpPr>
      <dsp:spPr>
        <a:xfrm>
          <a:off x="5297964" y="2425009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residual</a:t>
          </a:r>
          <a:endParaRPr lang="en-IN" sz="1500" kern="1200" dirty="0"/>
        </a:p>
      </dsp:txBody>
      <dsp:txXfrm>
        <a:off x="5297964" y="2425009"/>
        <a:ext cx="1137294" cy="568647"/>
      </dsp:txXfrm>
    </dsp:sp>
    <dsp:sp modelId="{74009D3F-EC7D-477C-8B4C-00A74E2D80B6}">
      <dsp:nvSpPr>
        <dsp:cNvPr id="0" name=""/>
        <dsp:cNvSpPr/>
      </dsp:nvSpPr>
      <dsp:spPr>
        <a:xfrm>
          <a:off x="6389768" y="1617530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Task specific</a:t>
          </a:r>
          <a:endParaRPr lang="en-IN" sz="1500" kern="1200" dirty="0"/>
        </a:p>
      </dsp:txBody>
      <dsp:txXfrm>
        <a:off x="6389768" y="1617530"/>
        <a:ext cx="1137294" cy="5686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09C871-9225-4EF1-9770-4B9049C3AB54}">
      <dsp:nvSpPr>
        <dsp:cNvPr id="0" name=""/>
        <dsp:cNvSpPr/>
      </dsp:nvSpPr>
      <dsp:spPr>
        <a:xfrm>
          <a:off x="0" y="1992807"/>
          <a:ext cx="1494567" cy="14011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Create Query and Ground Truth</a:t>
          </a:r>
          <a:endParaRPr lang="en-IN" sz="1800" kern="1200" dirty="0"/>
        </a:p>
      </dsp:txBody>
      <dsp:txXfrm>
        <a:off x="41038" y="2033845"/>
        <a:ext cx="1412491" cy="1319081"/>
      </dsp:txXfrm>
    </dsp:sp>
    <dsp:sp modelId="{D7258614-378C-49BE-B256-FE6524868FEE}">
      <dsp:nvSpPr>
        <dsp:cNvPr id="0" name=""/>
        <dsp:cNvSpPr/>
      </dsp:nvSpPr>
      <dsp:spPr>
        <a:xfrm>
          <a:off x="1644024" y="2508059"/>
          <a:ext cx="316848" cy="3706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1644024" y="2582189"/>
        <a:ext cx="221794" cy="222392"/>
      </dsp:txXfrm>
    </dsp:sp>
    <dsp:sp modelId="{AAC6CB63-B930-44C6-8ABD-9F43138C90CE}">
      <dsp:nvSpPr>
        <dsp:cNvPr id="0" name=""/>
        <dsp:cNvSpPr/>
      </dsp:nvSpPr>
      <dsp:spPr>
        <a:xfrm>
          <a:off x="2092394" y="1992807"/>
          <a:ext cx="1494567" cy="1401157"/>
        </a:xfrm>
        <a:prstGeom prst="roundRect">
          <a:avLst>
            <a:gd name="adj" fmla="val 10000"/>
          </a:avLst>
        </a:prstGeom>
        <a:solidFill>
          <a:schemeClr val="accent2">
            <a:hueOff val="-2168127"/>
            <a:satOff val="6705"/>
            <a:lumOff val="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Identify Metric</a:t>
          </a:r>
          <a:endParaRPr lang="en-IN" sz="1800" kern="1200" dirty="0"/>
        </a:p>
      </dsp:txBody>
      <dsp:txXfrm>
        <a:off x="2133432" y="2033845"/>
        <a:ext cx="1412491" cy="1319081"/>
      </dsp:txXfrm>
    </dsp:sp>
    <dsp:sp modelId="{FF8D031B-24D6-41C0-BF11-8AAADB40ED8A}">
      <dsp:nvSpPr>
        <dsp:cNvPr id="0" name=""/>
        <dsp:cNvSpPr/>
      </dsp:nvSpPr>
      <dsp:spPr>
        <a:xfrm>
          <a:off x="3736419" y="2508059"/>
          <a:ext cx="316848" cy="3706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2710159"/>
            <a:satOff val="8381"/>
            <a:lumOff val="10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3736419" y="2582189"/>
        <a:ext cx="221794" cy="222392"/>
      </dsp:txXfrm>
    </dsp:sp>
    <dsp:sp modelId="{4D6B175E-4334-4E64-8916-5A8B68D3F45C}">
      <dsp:nvSpPr>
        <dsp:cNvPr id="0" name=""/>
        <dsp:cNvSpPr/>
      </dsp:nvSpPr>
      <dsp:spPr>
        <a:xfrm>
          <a:off x="4184789" y="1992807"/>
          <a:ext cx="1494567" cy="1401157"/>
        </a:xfrm>
        <a:prstGeom prst="roundRect">
          <a:avLst>
            <a:gd name="adj" fmla="val 10000"/>
          </a:avLst>
        </a:prstGeom>
        <a:solidFill>
          <a:schemeClr val="accent2">
            <a:hueOff val="-4336254"/>
            <a:satOff val="13410"/>
            <a:lumOff val="16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Create Rubric</a:t>
          </a:r>
          <a:endParaRPr lang="en-IN" sz="1800" kern="1200" dirty="0"/>
        </a:p>
      </dsp:txBody>
      <dsp:txXfrm>
        <a:off x="4225827" y="2033845"/>
        <a:ext cx="1412491" cy="1319081"/>
      </dsp:txXfrm>
    </dsp:sp>
    <dsp:sp modelId="{8703133E-296C-42A2-B6A3-5566B0E7A6DA}">
      <dsp:nvSpPr>
        <dsp:cNvPr id="0" name=""/>
        <dsp:cNvSpPr/>
      </dsp:nvSpPr>
      <dsp:spPr>
        <a:xfrm>
          <a:off x="5828814" y="2508059"/>
          <a:ext cx="316848" cy="3706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5420318"/>
            <a:satOff val="16762"/>
            <a:lumOff val="205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5828814" y="2582189"/>
        <a:ext cx="221794" cy="222392"/>
      </dsp:txXfrm>
    </dsp:sp>
    <dsp:sp modelId="{6B29663C-4AA3-4B28-9CCD-9AE25356CE4F}">
      <dsp:nvSpPr>
        <dsp:cNvPr id="0" name=""/>
        <dsp:cNvSpPr/>
      </dsp:nvSpPr>
      <dsp:spPr>
        <a:xfrm>
          <a:off x="6277184" y="1992807"/>
          <a:ext cx="1494567" cy="1401157"/>
        </a:xfrm>
        <a:prstGeom prst="roundRect">
          <a:avLst>
            <a:gd name="adj" fmla="val 10000"/>
          </a:avLst>
        </a:prstGeom>
        <a:solidFill>
          <a:schemeClr val="accent2">
            <a:hueOff val="-6504382"/>
            <a:satOff val="20114"/>
            <a:lumOff val="2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Manually Evaluate</a:t>
          </a:r>
          <a:endParaRPr lang="en-IN" sz="1800" kern="1200" dirty="0"/>
        </a:p>
      </dsp:txBody>
      <dsp:txXfrm>
        <a:off x="6318222" y="2033845"/>
        <a:ext cx="1412491" cy="1319081"/>
      </dsp:txXfrm>
    </dsp:sp>
    <dsp:sp modelId="{ABE42988-9508-44F6-907B-3A4639BA1E90}">
      <dsp:nvSpPr>
        <dsp:cNvPr id="0" name=""/>
        <dsp:cNvSpPr/>
      </dsp:nvSpPr>
      <dsp:spPr>
        <a:xfrm>
          <a:off x="7921209" y="2508059"/>
          <a:ext cx="316848" cy="3706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8130477"/>
            <a:satOff val="25143"/>
            <a:lumOff val="308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7921209" y="2582189"/>
        <a:ext cx="221794" cy="222392"/>
      </dsp:txXfrm>
    </dsp:sp>
    <dsp:sp modelId="{C596D25F-6D2D-41FC-B770-2C553ECAA6C1}">
      <dsp:nvSpPr>
        <dsp:cNvPr id="0" name=""/>
        <dsp:cNvSpPr/>
      </dsp:nvSpPr>
      <dsp:spPr>
        <a:xfrm>
          <a:off x="8369579" y="1992807"/>
          <a:ext cx="1494567" cy="1401157"/>
        </a:xfrm>
        <a:prstGeom prst="roundRect">
          <a:avLst>
            <a:gd name="adj" fmla="val 10000"/>
          </a:avLst>
        </a:prstGeom>
        <a:solidFill>
          <a:schemeClr val="accent2">
            <a:hueOff val="-8672509"/>
            <a:satOff val="26819"/>
            <a:lumOff val="32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Human Calibration Exercise</a:t>
          </a:r>
          <a:endParaRPr lang="en-IN" sz="1800" kern="1200" dirty="0"/>
        </a:p>
      </dsp:txBody>
      <dsp:txXfrm>
        <a:off x="8410617" y="2033845"/>
        <a:ext cx="1412491" cy="1319081"/>
      </dsp:txXfrm>
    </dsp:sp>
    <dsp:sp modelId="{2E5B95F5-D0F5-4CE4-A9FC-954511F23665}">
      <dsp:nvSpPr>
        <dsp:cNvPr id="0" name=""/>
        <dsp:cNvSpPr/>
      </dsp:nvSpPr>
      <dsp:spPr>
        <a:xfrm>
          <a:off x="10013603" y="2508059"/>
          <a:ext cx="316848" cy="3706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10013603" y="2582189"/>
        <a:ext cx="221794" cy="222392"/>
      </dsp:txXfrm>
    </dsp:sp>
    <dsp:sp modelId="{40B72A3E-6E8E-4B94-B080-8D9443EC05E9}">
      <dsp:nvSpPr>
        <dsp:cNvPr id="0" name=""/>
        <dsp:cNvSpPr/>
      </dsp:nvSpPr>
      <dsp:spPr>
        <a:xfrm>
          <a:off x="10461974" y="1992807"/>
          <a:ext cx="1494567" cy="1401157"/>
        </a:xfrm>
        <a:prstGeom prst="roundRect">
          <a:avLst>
            <a:gd name="adj" fmla="val 10000"/>
          </a:avLst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Align automated evaluators with human evaluation</a:t>
          </a:r>
          <a:endParaRPr lang="en-IN" sz="1800" kern="1200" dirty="0"/>
        </a:p>
      </dsp:txBody>
      <dsp:txXfrm>
        <a:off x="10503012" y="2033845"/>
        <a:ext cx="1412491" cy="13190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- Today I will walk through a private-document question answering agent.</a:t>
            </a:r>
          </a:p>
          <a:p>
            <a:pPr lvl="0"/>
            <a:r>
              <a:rPr lang="en-US" dirty="0"/>
              <a:t>- The agent is built with </a:t>
            </a:r>
            <a:r>
              <a:rPr lang="en-IN" sz="1200" dirty="0"/>
              <a:t>Gemini Enterprise Agent Platform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- The goal is not just a demo chatbot.</a:t>
            </a:r>
          </a:p>
          <a:p>
            <a:pPr lvl="0"/>
            <a:r>
              <a:rPr lang="en-US" dirty="0"/>
              <a:t>- The goal is a governed agent that can manage corpora, ingest data, retrieve answers, and deploy to Agent Engine.</a:t>
            </a:r>
          </a:p>
          <a:p>
            <a:pPr lvl="0"/>
            <a:r>
              <a:rPr lang="en-US" dirty="0"/>
              <a:t>- I will cover the problem, the architecture, evaluation, deployment, and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0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B062B-0792-4779-B730-BB831D3E8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E47D0-BAA1-D29E-8D73-41024DE1E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CD8A8-E0F0-D6EE-6E77-F40BB50D9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0E9E4-F8C5-E203-B714-BA29614E8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78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B0D8E-144A-C92B-3125-0AA66173D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3E92B-A631-0087-866A-A1708DDD3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7039A-5907-A2D5-BAA5-715EBEA86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This starts the offline evaluation section.</a:t>
            </a:r>
          </a:p>
          <a:p>
            <a:pPr lvl="0"/>
            <a:r>
              <a:rPr lang="en-US"/>
              <a:t>- The evaluation uses a golden question-and-answer dataset.</a:t>
            </a:r>
          </a:p>
          <a:p>
            <a:pPr lvl="0"/>
            <a:r>
              <a:rPr lang="en-US"/>
              <a:t>- The dataset is grounded in the PRD source document.</a:t>
            </a:r>
          </a:p>
          <a:p>
            <a:pPr lvl="0"/>
            <a:r>
              <a:rPr lang="en-US"/>
              <a:t>- The purpose is to test retrieval quality, answer correctness, behavior, and safety.</a:t>
            </a:r>
          </a:p>
          <a:p>
            <a:pPr lvl="0"/>
            <a:r>
              <a:rPr lang="en-US"/>
              <a:t>- The evaluator is deterministic local scoring, not a separate judge LLM.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84695-BE2F-FA97-91E5-971C08C1F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030000000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72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BA447-99D4-10F4-3460-4CF4455C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F4D16-3362-DF2A-0FEB-93C7A96EA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342F29-0505-77C1-983B-04E8BAFCE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C126E-A809-CF98-EBAD-074F972BF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85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63D2D-A836-BAEC-ECAC-22C4B3214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EF4158-8E2E-C1DA-5D82-2AA78BBED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C520E1-60F3-7D57-2E36-61E298D8E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9D26D-B1BA-3784-E429-5E9F6DDC6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18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93D24-A14F-9F58-8BB2-E1E00E1A7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8CD74-19CA-E27B-2C74-AD9F9B191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5F6B3-DAED-8330-BA41-64A98AE0A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BCCE8-8E32-CDCA-18FE-A2C3D3F6D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883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4D716-D98B-6BBF-22D2-39B999802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A5EAE-6A1F-D491-F555-922CC8936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2FE44-3751-2665-076D-CD9D9E704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5EC9E-FB5A-83BD-962F-956672E7B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7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1652E-61AA-BDF4-7604-077359474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19ECC-8BE0-2999-B553-387669CC5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11A95A-A7E0-E99E-C200-BA7E95BF7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This starts the offline evaluation section.</a:t>
            </a:r>
          </a:p>
          <a:p>
            <a:pPr lvl="0"/>
            <a:r>
              <a:rPr lang="en-US"/>
              <a:t>- The evaluation uses a golden question-and-answer dataset.</a:t>
            </a:r>
          </a:p>
          <a:p>
            <a:pPr lvl="0"/>
            <a:r>
              <a:rPr lang="en-US"/>
              <a:t>- The dataset is grounded in the PRD source document.</a:t>
            </a:r>
          </a:p>
          <a:p>
            <a:pPr lvl="0"/>
            <a:r>
              <a:rPr lang="en-US"/>
              <a:t>- The purpose is to test retrieval quality, answer correctness, behavior, and safety.</a:t>
            </a:r>
          </a:p>
          <a:p>
            <a:pPr lvl="0"/>
            <a:r>
              <a:rPr lang="en-US"/>
              <a:t>- The evaluator is deterministic local scoring, not a separate judge LLM.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758B7-352A-9E14-F21C-36933A3AB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030000000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36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E3109-8087-CF90-BC06-69CC13A71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B89A6-EA58-879A-3995-29A5AA046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234A4-FE6C-5BE3-03E0-1B955633D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13A2F-36C4-1137-40B7-FB42513D7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02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1E512-AF5C-5D89-748A-875EEF07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15EAA-06AF-2234-5E58-82B06B1DB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2A86C-5A62-B52A-E7A3-03ACFD3FB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0A46-4EE1-C8E9-927E-CD1A7037A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3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E2AEB-3B16-41FF-3730-AED9F43E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0ED59-EFAC-6E0D-35C9-430E514E7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B03E18-5BAC-954C-702D-971005EB7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7B45F-C6C9-85F6-0CD2-558ADF431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19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A8E99-8CBC-A72A-5F5D-2270221EA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4BAAF-F0E0-8094-5F6A-7511868F2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87BF1-0132-8D6C-58DA-B6A46D3FF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35514-F53F-D805-6591-36FD41548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59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03C75-4E3B-1AD0-80AC-F4352211B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9419F-3B30-7868-420F-A6DEB0BC5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3B5F7-FC7B-F5F9-EC84-7AD5C5450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98D40-3D82-D55E-AA5D-2A0D4FC2A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509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321BB-18DC-6876-DD72-E596B1A4A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F41BB-FCA7-FCC1-622B-0965AE1A2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BECF2-7A1B-2154-126A-091AD2353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A37EE-178B-8532-F432-E99D85D92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617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41028-9C8E-D29F-CFE6-5A8563CF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DA01D-A8B5-781E-A9BB-5B446003D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E6E230-A56E-6742-3848-042F5C865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8F883-9A70-409D-2AD3-9A6125199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00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EB5FB-3929-E915-B5AF-B08D3FBF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17A09-03E6-768F-9517-63EB670A9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9A380-B1CC-BDF2-C2E4-7ED954165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CF441-F7EC-BB66-A5FC-F10F56011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800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C7A9A-5E46-ECA5-AB83-86845D333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77EAA-4024-3343-77C0-0D1C31BD7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D4445-6784-E639-670F-ACAFFD897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8802B-9DF0-1C44-4F8C-76DF21562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784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33799-2CDC-41D9-9DFE-54113436C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EE5A3-F8B3-2A1E-9419-DCF3FC140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74373-E0A4-5801-6A29-8B74A2FC9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AE7C5-F61E-B983-BBBE-6206E3AB8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181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555CE-1057-A8C7-1D08-58B3FFA6F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C8EEA-7D87-D489-0093-22E1DC465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85850-4FB5-68E0-F705-E8748A717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3998D-520C-8428-1B62-463840B15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587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74B4-28DC-EFA4-D6CF-374C1CBB9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E37F2-702C-C154-7DB4-A215ED263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58428-EE77-773B-6FE8-EB1D98126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71016-E9AB-4F31-DF67-A9C97D7A9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200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1101B-9A86-E335-0582-2DAC646EE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72480-65B9-FA0D-02D2-A848582BC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2AEE6-D876-7B77-D2A4-E5F36E544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D114E-C02C-7086-997E-51A575E88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744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0738D-170E-57C4-9890-03EDBA0D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3FC18-CEE6-2D49-177E-CF67DDA87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13D74-4C24-34B5-91C2-BDAFEBF70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684F7-3383-B691-81CF-5BB1576A1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962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CE231-E157-BBA5-C6DF-9D859FE8C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42B6B-F564-A7B8-574D-BF7B31499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62D53-8D8D-A7C1-F055-814F53F91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This starts the offline evaluation section.</a:t>
            </a:r>
          </a:p>
          <a:p>
            <a:pPr lvl="0"/>
            <a:r>
              <a:rPr lang="en-US"/>
              <a:t>- The evaluation uses a golden question-and-answer dataset.</a:t>
            </a:r>
          </a:p>
          <a:p>
            <a:pPr lvl="0"/>
            <a:r>
              <a:rPr lang="en-US"/>
              <a:t>- The dataset is grounded in the PRD source document.</a:t>
            </a:r>
          </a:p>
          <a:p>
            <a:pPr lvl="0"/>
            <a:r>
              <a:rPr lang="en-US"/>
              <a:t>- The purpose is to test retrieval quality, answer correctness, behavior, and safety.</a:t>
            </a:r>
          </a:p>
          <a:p>
            <a:pPr lvl="0"/>
            <a:r>
              <a:rPr lang="en-US"/>
              <a:t>- The evaluator is deterministic local scoring, not a separate judge LLM.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1B72A-19B1-5C62-E2CA-735B50F39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0300000003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727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10A07-D965-DA05-FD58-767A9341A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7E146-37DE-CAB9-E714-7647CC5F2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53C97-F3C7-1667-4A5F-4068C1301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4DCE7-CD52-0B37-F363-6BF69F183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652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FD8FD-4908-3A55-F85F-A6F918B1D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6823E-B400-D697-B90F-A64A8C7AE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BE5C5-6A70-E844-EE19-D44945BA8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This starts the offline evaluation section.</a:t>
            </a:r>
          </a:p>
          <a:p>
            <a:pPr lvl="0"/>
            <a:r>
              <a:rPr lang="en-US"/>
              <a:t>- The evaluation uses a golden question-and-answer dataset.</a:t>
            </a:r>
          </a:p>
          <a:p>
            <a:pPr lvl="0"/>
            <a:r>
              <a:rPr lang="en-US"/>
              <a:t>- The dataset is grounded in the PRD source document.</a:t>
            </a:r>
          </a:p>
          <a:p>
            <a:pPr lvl="0"/>
            <a:r>
              <a:rPr lang="en-US"/>
              <a:t>- The purpose is to test retrieval quality, answer correctness, behavior, and safety.</a:t>
            </a:r>
          </a:p>
          <a:p>
            <a:pPr lvl="0"/>
            <a:r>
              <a:rPr lang="en-US"/>
              <a:t>- The evaluator is deterministic local scoring, not a separate judge LLM.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12364-CD04-1823-347C-ED04131DC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0300000003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384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DC7EE-B5FF-28D9-0701-E7EDD0A9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A9C5E-D771-B3C9-3CBB-E38C530E3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7FBDA-EAB9-CBC7-B861-3053C7672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C4028-CCFB-AA33-D75F-088F9CCC3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7313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4DEA8-135F-DA8C-11AD-9240B8B8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D839A-D486-CCAA-9144-1823D8919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F6113-4899-94E5-5922-B8F5040E1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44EFA-E062-E0BE-C642-1D598826F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179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7D617-FD0A-6A3C-1208-B53DDAF05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0FBAA-EAB6-9BD0-0CE8-488BE4CCB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3FC31-1349-7BBE-8997-5D6B06B64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ED218-9CCE-5766-2B6C-BD6D247C7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747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01F67-2457-6FB4-9A2F-461A2EE16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68D70C-5FBE-761F-FBBA-B2F4809A5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56797-CDF7-2FEC-469C-9523FEEB2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This starts the offline evaluation section.</a:t>
            </a:r>
          </a:p>
          <a:p>
            <a:pPr lvl="0"/>
            <a:r>
              <a:rPr lang="en-US"/>
              <a:t>- The evaluation uses a golden question-and-answer dataset.</a:t>
            </a:r>
          </a:p>
          <a:p>
            <a:pPr lvl="0"/>
            <a:r>
              <a:rPr lang="en-US"/>
              <a:t>- The dataset is grounded in the PRD source document.</a:t>
            </a:r>
          </a:p>
          <a:p>
            <a:pPr lvl="0"/>
            <a:r>
              <a:rPr lang="en-US"/>
              <a:t>- The purpose is to test retrieval quality, answer correctness, behavior, and safety.</a:t>
            </a:r>
          </a:p>
          <a:p>
            <a:pPr lvl="0"/>
            <a:r>
              <a:rPr lang="en-US"/>
              <a:t>- The evaluator is deterministic local scoring, not a separate judge LLM.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42BDE-860C-4460-26DC-4C8E7FB75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0300000003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595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467FB-B98D-377A-F60E-757C1E153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20544-92C3-1B8F-3C3E-447B69889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FAA84-9E16-8206-17C5-91D59820B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20B73-7752-1DEE-4C81-7A8094790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743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2D62-7A2C-76E8-4BC9-5D8828C2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E53CB-DA7E-4533-8E7A-3230ECCFD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36E06-18C7-13ED-EBA9-41785380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5A258-1693-DCFC-EE25-61219F7EE9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784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108F2-F080-C97D-4332-FF890371F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644A9-C1A0-7BD3-2CF0-167CF43C9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CA085-280C-2B84-8EF5-BBA79D2EC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The business problem is that private documents are valuable, but often hard to search reliably.</a:t>
            </a:r>
          </a:p>
          <a:p>
            <a:pPr lvl="0"/>
            <a:r>
              <a:rPr lang="en-US"/>
              <a:t>- Teams may have PRDs, policies, client documents, and project notes spread across managed storage.</a:t>
            </a:r>
          </a:p>
          <a:p>
            <a:pPr lvl="0"/>
            <a:r>
              <a:rPr lang="en-US"/>
              <a:t>- This agent turns those sources into a searchable knowledge assistant.</a:t>
            </a:r>
          </a:p>
          <a:p>
            <a:pPr lvl="0"/>
            <a:r>
              <a:rPr lang="en-US"/>
              <a:t>- It can create a corpus, add Google Drive, Google Docs, or GCS content, query it, inspect it, and delete only with confirmation.</a:t>
            </a:r>
          </a:p>
          <a:p>
            <a:pPr lvl="0"/>
            <a:r>
              <a:rPr lang="en-US"/>
              <a:t>- The important point is governance: access, state, and destructive actions are handled deliberately.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11A0E-D216-54F2-06AB-AFB817DA2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353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70147-82F0-91A3-1C3B-F0810BB71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4A18D1-EF4D-904B-07AE-0B08627C8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624093-7F02-73ED-8434-612163E17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- Thank you for listening.</a:t>
            </a:r>
          </a:p>
          <a:p>
            <a:pPr lvl="0"/>
            <a:r>
              <a:rPr lang="en-US"/>
              <a:t>- The main takeaway is that this is a code-first RAG agent, not a one-off prompt demo.</a:t>
            </a:r>
          </a:p>
          <a:p>
            <a:pPr lvl="0"/>
            <a:r>
              <a:rPr lang="en-US"/>
              <a:t>- It manages the corpus lifecycle, retrieves from private documents, evaluates behavior, and deploys to managed Agent Runtime.</a:t>
            </a:r>
          </a:p>
          <a:p>
            <a:pPr lvl="0"/>
            <a:r>
              <a:rPr lang="en-US"/>
              <a:t>- The implementation keeps governance in the tool layer and uses ADK and Vertex AI SDK components directly.</a:t>
            </a:r>
          </a:p>
          <a:p>
            <a:pPr lvl="0"/>
            <a:r>
              <a:rPr lang="en-US"/>
              <a:t>- I am happy to take questions.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F10B9-DBF2-2AF3-A57F-F805E0E71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41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urdue Logo" descr="Purdue Logo">
            <a:extLst>
              <a:ext uri="{FF2B5EF4-FFF2-40B4-BE49-F238E27FC236}">
                <a16:creationId xmlns:a16="http://schemas.microsoft.com/office/drawing/2014/main" id="{121060AA-930A-4F8F-D7F6-9CFE82494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077" y="5756157"/>
            <a:ext cx="2709200" cy="48493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3/31/23</a:t>
            </a:r>
          </a:p>
        </p:txBody>
      </p:sp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4"/>
            <a:ext cx="12192000" cy="6867524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79F75A-CC7F-0156-FBEA-7AFDE5FD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097E4-2930-9D48-A5CE-AF00B0E70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71BFAC-9DDD-7E29-716C-4E627DE4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F501C3-2A4B-0682-86F9-ADE24EC9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57E46A32-0E35-7B3E-4B6F-A7D50B076D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C5F1A-9BA7-F65D-775E-2A1B983E533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urdue Logo" descr="Purdue Logo">
            <a:extLst>
              <a:ext uri="{FF2B5EF4-FFF2-40B4-BE49-F238E27FC236}">
                <a16:creationId xmlns:a16="http://schemas.microsoft.com/office/drawing/2014/main" id="{1187A0AE-82DF-15CC-71EB-814F9338E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9323E-BACA-0B7A-9E9F-89AD4E33435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D9D56DBC-682D-9000-C377-A3E36338D7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B0E4F-0D1F-EA8F-1357-B6B9069694D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B9F8C-827B-9FF4-8ED9-94B8408252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Franklin Gothic Book" panose="020B0503020102020204" pitchFamily="34" charset="0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A746C-74C4-5932-427A-31197558E4C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821C840C-3AA9-6493-3A9D-CE82D8D49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D343-4F7E-84C3-CD08-673F2FE5FD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5B1EA-1D6F-289D-FACB-9040F171A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B4851-011B-C9F1-B12A-2265ABEC750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4516F-C8C7-9666-D863-2EEAB76C86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14295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25714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25714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214780" y="125714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14295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214780" y="314295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4563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5982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5982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5982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4563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4563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D41E05-E2FD-7748-8B57-EC9C68C6891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B7A1A-70E9-2FE4-C6F5-83B077FA0A3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B5882-2267-1630-20F3-B4AD242C878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060CCDA-D884-EB50-0B9C-1003FDB3977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E94D6C-2E61-91FC-DA54-8FB71DE93C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1943" y="2043222"/>
            <a:ext cx="2950589" cy="1691333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Lorem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ipsum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sit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amet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consetetur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sadipscing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elitr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nonumy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eirmod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tempor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invidunt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ut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labore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magna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aliquyam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erat,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voluptua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 At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vero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eos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accusam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justo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duo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rebum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</a:t>
            </a:r>
          </a:p>
          <a:p>
            <a:endParaRPr lang="en-US">
              <a:solidFill>
                <a:schemeClr val="bg1"/>
              </a:solidFill>
            </a:endParaRPr>
          </a:p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756D1137-A56F-85A2-FEB3-FEBA9D3C86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721" y="2043222"/>
            <a:ext cx="2950589" cy="1691333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Lorem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ipsum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sit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amet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consetetur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sadipscing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elitr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nonumy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eirmod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tempor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invidunt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ut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labore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magna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aliquyam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erat,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voluptua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 At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vero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eos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accusam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justo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duo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rebum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</a:t>
            </a:r>
          </a:p>
          <a:p>
            <a:endParaRPr lang="en-US">
              <a:solidFill>
                <a:schemeClr val="bg1"/>
              </a:solidFill>
            </a:endParaRPr>
          </a:p>
          <a:p>
            <a:pPr lvl="0"/>
            <a:endParaRPr lang="en-US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326B9638-0AB1-0F11-EA67-211E598673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37240" y="2040672"/>
            <a:ext cx="2950589" cy="1691333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Lorem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ipsum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sit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amet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consetetur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sadipscing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elitr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nonumy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eirmod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tempor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invidunt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ut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labore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magna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aliquyam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erat, sed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diam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voluptua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 At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vero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eos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accusam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justo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duo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dolores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et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ea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 </a:t>
            </a:r>
            <a:r>
              <a:rPr lang="de-DE" sz="1400" err="1">
                <a:solidFill>
                  <a:schemeClr val="bg1"/>
                </a:solidFill>
                <a:latin typeface="Franklin Gothic Book" panose="020B0503020102020204" pitchFamily="34" charset="0"/>
              </a:rPr>
              <a:t>rebum</a:t>
            </a:r>
            <a:r>
              <a:rPr lang="de-DE" sz="1400">
                <a:solidFill>
                  <a:schemeClr val="bg1"/>
                </a:solidFill>
                <a:latin typeface="Franklin Gothic Book" panose="020B0503020102020204" pitchFamily="34" charset="0"/>
              </a:rPr>
              <a:t>.</a:t>
            </a:r>
          </a:p>
          <a:p>
            <a:endParaRPr lang="en-US">
              <a:solidFill>
                <a:schemeClr val="bg1"/>
              </a:solidFill>
            </a:endParaRPr>
          </a:p>
          <a:p>
            <a:pPr lvl="0"/>
            <a:endParaRPr lang="en-US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5" name="Purdue Logo" descr="Purdue Logo">
            <a:extLst>
              <a:ext uri="{FF2B5EF4-FFF2-40B4-BE49-F238E27FC236}">
                <a16:creationId xmlns:a16="http://schemas.microsoft.com/office/drawing/2014/main" id="{F444D1CF-9A99-D079-5D89-6DE824A89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9AD88-FE01-5097-473B-0D0ED2D85A4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CB0B28-EB34-B935-AE4A-7CE9E433691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AFDB1-12D2-1D31-D510-3BCAF0C50B2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67524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7745F7-8908-BBA2-2D4D-7A215D38D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92463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22CF03-CCE7-F9C6-26FF-C319D409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bg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8" name="Purdue Logo" descr="Purdue Logo">
            <a:extLst>
              <a:ext uri="{FF2B5EF4-FFF2-40B4-BE49-F238E27FC236}">
                <a16:creationId xmlns:a16="http://schemas.microsoft.com/office/drawing/2014/main" id="{D1A65555-63A8-D3C1-AA71-F25B3071BD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5070" y="5739119"/>
            <a:ext cx="2709200" cy="48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35C51E-B187-34DE-A75E-C3E52E200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6EA1D-707D-B54C-8FFB-433BD1A27D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7465A6-B511-E9E2-A73A-9DADDEB2121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t" latinLnBrk="0" hangingPunct="1">
        <a:lnSpc>
          <a:spcPct val="90000"/>
        </a:lnSpc>
        <a:spcBef>
          <a:spcPct val="0"/>
        </a:spcBef>
        <a:buNone/>
        <a:defRPr lang="en-US" sz="4800" b="0" i="1" kern="1200" cap="none" baseline="0" dirty="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github.com/MicrosoftLearning/mslearn-genaiop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9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hyperlink" Target="https://towardsdatascience.com/agentic-ai-evaluation-playbook/" TargetMode="External"/><Relationship Id="rId4" Type="http://schemas.openxmlformats.org/officeDocument/2006/relationships/diagramData" Target="../diagrams/data1.xml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notesSlide" Target="../notesSlides/notesSlide10.xml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8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9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0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1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2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3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4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5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6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464" y="466883"/>
            <a:ext cx="10473447" cy="4058432"/>
          </a:xfrm>
        </p:spPr>
        <p:txBody>
          <a:bodyPr/>
          <a:lstStyle/>
          <a:p>
            <a:pPr algn="ctr"/>
            <a:r>
              <a:rPr lang="en-IN" sz="6000" dirty="0" err="1"/>
              <a:t>LLMOps</a:t>
            </a:r>
            <a:r>
              <a:rPr lang="en-IN" sz="6000" dirty="0"/>
              <a:t>/</a:t>
            </a:r>
            <a:r>
              <a:rPr lang="en-IN" sz="6000" dirty="0" err="1"/>
              <a:t>GenAIOps</a:t>
            </a:r>
            <a:r>
              <a:rPr lang="en-IN" sz="6000" dirty="0"/>
              <a:t> </a:t>
            </a:r>
            <a:br>
              <a:rPr lang="en-IN" sz="6000" dirty="0"/>
            </a:br>
            <a:r>
              <a:rPr lang="en-IN" sz="6000" dirty="0"/>
              <a:t>for</a:t>
            </a:r>
            <a:br>
              <a:rPr lang="en-IN" sz="6000" dirty="0"/>
            </a:br>
            <a:r>
              <a:rPr lang="en-IN" sz="6000" dirty="0" err="1"/>
              <a:t>trail_guide_agent</a:t>
            </a:r>
            <a:r>
              <a:rPr lang="en-IN" sz="6000" dirty="0"/>
              <a:t> on Azure Foundry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19742" y="5455573"/>
            <a:ext cx="4814536" cy="56192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Kunal Ghosh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172"/>
    </mc:Choice>
    <mc:Fallback xmlns="">
      <p:transition advTm="91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E6B81-C778-14DB-3EDF-A1353F26A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F17332-353A-A3B1-3D54-323BF82E3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7786" y="1286633"/>
            <a:ext cx="11899725" cy="4768041"/>
          </a:xfrm>
        </p:spPr>
        <p:txBody>
          <a:bodyPr/>
          <a:lstStyle/>
          <a:p>
            <a:r>
              <a:rPr lang="en-US" sz="2800" i="1" dirty="0"/>
              <a:t>Operationalize generative AI applications using the complete </a:t>
            </a:r>
            <a:r>
              <a:rPr lang="en-US" sz="2800" i="1" dirty="0" err="1"/>
              <a:t>GenAIOps</a:t>
            </a:r>
            <a:r>
              <a:rPr lang="en-US" sz="2800" i="1" dirty="0"/>
              <a:t> lifecycle</a:t>
            </a:r>
          </a:p>
          <a:p>
            <a:endParaRPr lang="en-US" sz="2800" i="1" dirty="0"/>
          </a:p>
          <a:p>
            <a:r>
              <a:rPr lang="en-US" sz="2800" i="1" dirty="0"/>
              <a:t>Manage entire Software Development </a:t>
            </a:r>
            <a:r>
              <a:rPr lang="en-US" sz="2800" i="1" dirty="0" err="1"/>
              <a:t>LifeCycle</a:t>
            </a:r>
            <a:r>
              <a:rPr lang="en-US" sz="2800" i="1" dirty="0"/>
              <a:t> of AI Agents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i="1" dirty="0"/>
              <a:t>managing prompts for agents with version control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i="1" dirty="0"/>
              <a:t>evaluating and optimizing agents through structured experiments, automating evaluations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i="1" dirty="0"/>
              <a:t>monitoring application performance and costs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i="1" dirty="0"/>
              <a:t>implementing distributed tracing to debug complex AI workflows.</a:t>
            </a:r>
            <a:endParaRPr lang="en-IN" sz="24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C066276-12E7-9C70-04C5-85CAE6B7A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Business Problem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4E39D6-0B0E-DC4C-43A0-041498DDE04A}"/>
              </a:ext>
            </a:extLst>
          </p:cNvPr>
          <p:cNvSpPr txBox="1"/>
          <p:nvPr/>
        </p:nvSpPr>
        <p:spPr>
          <a:xfrm>
            <a:off x="0" y="659639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https://www.ibm.com/think/topics/agentic-rag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573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06DC0-158E-37E0-4AB8-C328E9771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F71F52-C162-E268-3F25-153C09F9D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626" y="1640910"/>
            <a:ext cx="9260611" cy="2780777"/>
          </a:xfrm>
        </p:spPr>
        <p:txBody>
          <a:bodyPr/>
          <a:lstStyle/>
          <a:p>
            <a:pPr algn="ctr"/>
            <a:r>
              <a:rPr lang="en-US" dirty="0"/>
              <a:t>Repo Design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using </a:t>
            </a:r>
            <a:br>
              <a:rPr lang="en-US" dirty="0"/>
            </a:br>
            <a:r>
              <a:rPr lang="en-US" dirty="0"/>
              <a:t>GitHub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74E1A-0912-4BFA-F54C-4D93A142CD3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1863" y="6289675"/>
            <a:ext cx="1100137" cy="365125"/>
          </a:xfrm>
        </p:spPr>
        <p:txBody>
          <a:bodyPr/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18748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87C49-CB47-ADE4-02EF-3E139DDAB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90A7C14-E402-DA0B-EE15-88E1C4506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Use Template for Repo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47B0C0-C385-A2BF-6BD0-F9041661BCD3}"/>
              </a:ext>
            </a:extLst>
          </p:cNvPr>
          <p:cNvSpPr txBox="1"/>
          <p:nvPr/>
        </p:nvSpPr>
        <p:spPr>
          <a:xfrm>
            <a:off x="1" y="6499355"/>
            <a:ext cx="57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hlinkClick r:id="rId4"/>
              </a:rPr>
              <a:t>https://github.com/MicrosoftLearning/mslearn-genaiops</a:t>
            </a:r>
            <a:endParaRPr lang="en-IN" sz="900" dirty="0"/>
          </a:p>
          <a:p>
            <a:r>
              <a:rPr lang="en-IN" sz="900" dirty="0"/>
              <a:t>https://learn.microsoft.com/en-us/training/modules/prompt-versioning-genaiops/4-github-repository-structure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4A19AB-DAAE-E8D7-89A4-29DF469C1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785" y="187158"/>
            <a:ext cx="6267772" cy="64836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911A82-85DC-2E06-C93E-18094CCB5B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173" y="2649255"/>
            <a:ext cx="5601883" cy="28756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9270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FC627-0D3A-D4F6-BA4C-BD0B91F04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319F64E-D623-A770-36AC-55F557D4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Protect the Main branch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740A1D-654E-9B84-A4A6-9BB20A562023}"/>
              </a:ext>
            </a:extLst>
          </p:cNvPr>
          <p:cNvSpPr txBox="1"/>
          <p:nvPr/>
        </p:nvSpPr>
        <p:spPr>
          <a:xfrm>
            <a:off x="0" y="659639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https://github.com/kgaero/trail_guide_agent/settings/branches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1B013-B71B-1821-DE15-05C019FF8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905" y="1065266"/>
            <a:ext cx="9482202" cy="54398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356930-1427-A648-FDEF-824B71E67D4C}"/>
              </a:ext>
            </a:extLst>
          </p:cNvPr>
          <p:cNvSpPr txBox="1"/>
          <p:nvPr/>
        </p:nvSpPr>
        <p:spPr>
          <a:xfrm>
            <a:off x="68893" y="1765855"/>
            <a:ext cx="36262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Create Branch for every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Merge to Main only through PR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2170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03"/>
    </mc:Choice>
    <mc:Fallback xmlns="">
      <p:transition spd="slow" advTm="1610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DE041-FB25-0EA7-7B77-20F4B704D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0959E61-3716-02BD-7D47-A72379828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Protect the Main branch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D3D1F3-ED5A-15EF-38A1-7F440416FBB5}"/>
              </a:ext>
            </a:extLst>
          </p:cNvPr>
          <p:cNvSpPr txBox="1"/>
          <p:nvPr/>
        </p:nvSpPr>
        <p:spPr>
          <a:xfrm>
            <a:off x="0" y="659639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https://github.com/kgaero/trail_guide_agent/settings/branches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E4D875-6B2C-4281-C07A-4C99E2814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392" y="1141460"/>
            <a:ext cx="4191215" cy="54549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8424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39DE9-C6BC-87C5-8434-FDF531847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1226EA2-00BF-E9B4-7763-BACE001E8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rmAutofit fontScale="90000"/>
          </a:bodyPr>
          <a:lstStyle/>
          <a:p>
            <a:r>
              <a:rPr lang="en-US" dirty="0"/>
              <a:t>Store Agent Prompts in Files in separate prompts Folder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DC7BF7-419D-3ADD-29BD-D19A855F0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9309" y="737194"/>
            <a:ext cx="9398203" cy="59767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40403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341C4-E9DD-27B0-2B4B-54161389F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C7EF17-25AB-B70E-8BAE-60BFB150D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626" y="1640910"/>
            <a:ext cx="9260611" cy="2780777"/>
          </a:xfrm>
        </p:spPr>
        <p:txBody>
          <a:bodyPr/>
          <a:lstStyle/>
          <a:p>
            <a:pPr algn="ctr"/>
            <a:r>
              <a:rPr lang="en-US" dirty="0"/>
              <a:t>Evaluation Design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70F187-CE68-72C1-E748-1859CC4CF0A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1863" y="6289675"/>
            <a:ext cx="1100137" cy="365125"/>
          </a:xfrm>
        </p:spPr>
        <p:txBody>
          <a:bodyPr/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14889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6489A-2A33-7FF9-AA2F-21DCC219E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1A46501-C531-3FB5-15E0-432230F93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Usual Evaluation Metrics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D2E4114-C46C-542D-23BF-0A3C71210C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8432572"/>
              </p:ext>
            </p:extLst>
          </p:nvPr>
        </p:nvGraphicFramePr>
        <p:xfrm>
          <a:off x="-453597" y="91381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A98822D9-DCCC-C925-84C2-7670B6D45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800" y="3247373"/>
            <a:ext cx="6094253" cy="276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2E205-D044-42A3-28DC-5DA61AEC5746}"/>
              </a:ext>
            </a:extLst>
          </p:cNvPr>
          <p:cNvSpPr txBox="1"/>
          <p:nvPr/>
        </p:nvSpPr>
        <p:spPr>
          <a:xfrm>
            <a:off x="0" y="6550223"/>
            <a:ext cx="57143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>
                <a:hlinkClick r:id="rId10"/>
              </a:rPr>
              <a:t>https://towardsdatascience.com/agentic-ai-evaluation-playbook/</a:t>
            </a:r>
            <a:endParaRPr lang="en-IN" sz="700" dirty="0"/>
          </a:p>
          <a:p>
            <a:r>
              <a:rPr lang="en-IN" sz="700" dirty="0"/>
              <a:t>https://learn.microsoft.com/en-us/training/modules/evaluate-optimize-agents/2-design-evaluation-experiments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E8D7FC-1AF7-70F8-D6A8-9B34E28F8117}"/>
              </a:ext>
            </a:extLst>
          </p:cNvPr>
          <p:cNvSpPr txBox="1"/>
          <p:nvPr/>
        </p:nvSpPr>
        <p:spPr>
          <a:xfrm>
            <a:off x="4946215" y="6096253"/>
            <a:ext cx="63350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Risk and safety evaluators</a:t>
            </a:r>
            <a:r>
              <a:rPr lang="en-IN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(Hate and Unfairness, Sexual, Violence, Self-Harm, Protected Materials, Content Safety)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5875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7CF8B-99AA-47FD-2543-3A62C7A3A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EA42943-16C1-1E9E-F42C-0463F7C3C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Design evaluation experiments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B92EBDA-A655-A9A7-700E-A38C7D1F3E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5217511"/>
              </p:ext>
            </p:extLst>
          </p:nvPr>
        </p:nvGraphicFramePr>
        <p:xfrm>
          <a:off x="80970" y="751562"/>
          <a:ext cx="11956542" cy="53867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950611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50AB9-DFEE-6255-6DC2-547574925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6E28528-E5B4-1E0D-3376-2F14281D5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Design Rubric</a:t>
            </a:r>
            <a:endParaRPr lang="en-IN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62760F-9D62-9DE6-02EF-4C674735A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9906" y="554081"/>
            <a:ext cx="9777606" cy="57498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A4B0FA-81DF-65E2-A7AA-A09D09FF3114}"/>
              </a:ext>
            </a:extLst>
          </p:cNvPr>
          <p:cNvSpPr txBox="1"/>
          <p:nvPr/>
        </p:nvSpPr>
        <p:spPr>
          <a:xfrm>
            <a:off x="0" y="6550223"/>
            <a:ext cx="571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https://learn.microsoft.com/en-us/training/modules/evaluate-optimize-agents/4-evaluate-agent-responses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8390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2C25-A93D-23EE-B1B4-E2E31B2B4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D738AAE-2F5D-D7B7-1298-2DEBC2E0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Store Evaluation Prompts in Files in separate prompts Folder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C686EF-3FA8-C421-1C0A-5DA791255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819" y="677633"/>
            <a:ext cx="9611638" cy="61084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4140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BE4C9-1EE1-37FD-456E-09A7651F6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28448BA-0042-C219-E4E8-DCCA49DE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Test and maintain inter-rater reliability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448D6A-150F-EA39-7D84-8993204FF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41" y="1309237"/>
            <a:ext cx="10672218" cy="39830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4B6610-C706-60B4-C198-6A409FC03043}"/>
              </a:ext>
            </a:extLst>
          </p:cNvPr>
          <p:cNvSpPr txBox="1"/>
          <p:nvPr/>
        </p:nvSpPr>
        <p:spPr>
          <a:xfrm>
            <a:off x="0" y="6550223"/>
            <a:ext cx="571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https://learn.microsoft.com/en-us/training/modules/evaluate-optimize-agents/4-evaluate-agent-responses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2304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87625-ACFB-4863-F604-F10748305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A4C50A-A817-BDB9-0316-DBF30D7F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Align automated evaluators with human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24663-E29C-3511-D4AA-DE9F82B80D97}"/>
              </a:ext>
            </a:extLst>
          </p:cNvPr>
          <p:cNvSpPr txBox="1"/>
          <p:nvPr/>
        </p:nvSpPr>
        <p:spPr>
          <a:xfrm>
            <a:off x="0" y="6550223"/>
            <a:ext cx="571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https://learn.microsoft.com/en-us/training/modules/automated-evaluation-genaiops/3-align-evaluators-human-criteria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F805B-C304-4AF7-FDFE-8408F80AC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0" y="761574"/>
            <a:ext cx="6693244" cy="18288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DBCD83-492D-3F2D-6467-55CBD243EC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13" y="2590468"/>
            <a:ext cx="6665958" cy="17843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4EA429-D5F1-2B0B-391A-2ED09ACA3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7688" y="576992"/>
            <a:ext cx="5329824" cy="18195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28D620-1913-C794-7CAB-54E29DFCC5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4326" y="3966568"/>
            <a:ext cx="6350326" cy="28195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50309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25E17-E196-0F92-96BE-4B7714274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E4CB001-FE33-900D-097C-64F02836D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Compose a comprehensive evaluation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E1461-D311-6B7B-0D07-EB86788831EB}"/>
              </a:ext>
            </a:extLst>
          </p:cNvPr>
          <p:cNvSpPr txBox="1"/>
          <p:nvPr/>
        </p:nvSpPr>
        <p:spPr>
          <a:xfrm>
            <a:off x="0" y="6550223"/>
            <a:ext cx="571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https://learn.microsoft.com/en-us/training/modules/evaluate-optimize-agents/4-evaluate-agent-responses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A5C43-7D88-5430-EFCC-3EDEEA9C5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514" y="968248"/>
            <a:ext cx="8210972" cy="49215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2742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39515-BF18-6F0B-2321-3AFCBB672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A8263EF-151B-86FB-C856-8CEACDB5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Source evaluation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B4BBC-0803-BABB-6452-F59F50E2533A}"/>
              </a:ext>
            </a:extLst>
          </p:cNvPr>
          <p:cNvSpPr txBox="1"/>
          <p:nvPr/>
        </p:nvSpPr>
        <p:spPr>
          <a:xfrm>
            <a:off x="0" y="6550223"/>
            <a:ext cx="571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https://learn.microsoft.com/en-us/training/modules/evaluate-optimize-agents/4-evaluate-agent-responses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90691C-4CC2-84D1-6BD7-00E6B727A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762" y="763800"/>
            <a:ext cx="8439584" cy="56835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11975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E6DA3-CBA3-604B-121E-02EE2E79E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93A13CF-85F3-6A69-6E46-B5CDA3B6C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Prepare data for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D90E43-931E-D57C-5B9C-9D2CE0ED72DB}"/>
              </a:ext>
            </a:extLst>
          </p:cNvPr>
          <p:cNvSpPr txBox="1"/>
          <p:nvPr/>
        </p:nvSpPr>
        <p:spPr>
          <a:xfrm>
            <a:off x="0" y="6550223"/>
            <a:ext cx="571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https://learn.microsoft.com/en-us/training/modules/automated-evaluation-genaiops/4-create-evaluation-data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325A2D-9CBC-2942-4126-97054646C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12" y="922599"/>
            <a:ext cx="11668314" cy="27851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F70710-7C14-2399-7FCE-9DC20D4EC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166" y="4189115"/>
            <a:ext cx="11670678" cy="13536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251611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75D42-8153-ABC5-B793-C7B2BAFCD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F421422-2A4B-E335-31ED-BE829254D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Integrate evaluations into GitHub Actions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E8981-B1BB-DB8A-BD37-B12CA62AF4CB}"/>
              </a:ext>
            </a:extLst>
          </p:cNvPr>
          <p:cNvSpPr txBox="1"/>
          <p:nvPr/>
        </p:nvSpPr>
        <p:spPr>
          <a:xfrm>
            <a:off x="0" y="6550223"/>
            <a:ext cx="571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https://learn.microsoft.com/en-us/training/modules/automated-evaluation-genaiops/6-github-actions-workflow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C80A8B-D529-8B20-8903-B2E173595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0" y="989556"/>
            <a:ext cx="7254911" cy="23051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34C18F-58F4-372F-CF40-222EAEB162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128" y="0"/>
            <a:ext cx="4311872" cy="68456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35893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A43E4-1910-9930-4B66-B18984472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1002F4F-C1E3-1DDA-95DA-26E8BBA6C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Evaluation results on Azure Foundry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FF1D7A-CF8B-20E7-1EFF-D85915787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38551"/>
            <a:ext cx="12192000" cy="4580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EBECD9-68E5-64A2-2585-60870032519C}"/>
              </a:ext>
            </a:extLst>
          </p:cNvPr>
          <p:cNvSpPr txBox="1"/>
          <p:nvPr/>
        </p:nvSpPr>
        <p:spPr>
          <a:xfrm>
            <a:off x="0" y="6631642"/>
            <a:ext cx="945088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https://ai.azure.com/nextgen/r/l2n3ZEOJTkGFwleziBzRvw,rg-dev,,ai-account-aov4yvs6b6xn4,ai-project-dev/build/evaluations/list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0836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547FD-4471-5A01-5787-1B33D6918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EF86345-056A-58EA-D619-7942B3494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Evaluation results on Azure Foundry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998FB-6510-202E-63B8-7B3AAA31E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72" y="660919"/>
            <a:ext cx="11038031" cy="55144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1F0C37-4019-9907-4AC6-A312C3E3CAE6}"/>
              </a:ext>
            </a:extLst>
          </p:cNvPr>
          <p:cNvSpPr txBox="1"/>
          <p:nvPr/>
        </p:nvSpPr>
        <p:spPr>
          <a:xfrm>
            <a:off x="0" y="6631642"/>
            <a:ext cx="945088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https://ai.azure.com/nextgen/r/l2n3ZEOJTkGFwleziBzRvw%2Crg-dev%2C%2Cai-account-aov4yvs6b6xn4%2Cai-project-dev/build/evaluations/eval_124eec36678b42a3922e56c302984e07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8935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8BE0B-2FF7-ABE8-5498-2F22252D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ACBC01A-F5D1-656B-9C60-54BFC798B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Evaluation results on Azure Foundry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0F7B17-6CDA-B19A-F639-691094A49A60}"/>
              </a:ext>
            </a:extLst>
          </p:cNvPr>
          <p:cNvSpPr txBox="1"/>
          <p:nvPr/>
        </p:nvSpPr>
        <p:spPr>
          <a:xfrm>
            <a:off x="0" y="6631642"/>
            <a:ext cx="945088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https://ai.azure.com/nextgen/r/l2n3ZEOJTkGFwleziBzRvw,rg-dev,,ai-account-aov4yvs6b6xn4,ai-project-dev/build/evaluations/eval_124eec36678b42a3922e56c302984e07/run/evalrun_a25daf125e424eee841600a2482044f3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DE2633-FB8A-97ED-F974-F9BB61DD1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472" y="660919"/>
            <a:ext cx="10160040" cy="57494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55591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24441-C38A-FE0C-675C-3A2C9E01D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EF52307-8A6B-BAF8-BAD3-0B67DB21F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Human-in-the-loop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60B9C8-FCE7-8E8C-AC67-195B4FB6C3CF}"/>
              </a:ext>
            </a:extLst>
          </p:cNvPr>
          <p:cNvSpPr txBox="1"/>
          <p:nvPr/>
        </p:nvSpPr>
        <p:spPr>
          <a:xfrm>
            <a:off x="0" y="6550223"/>
            <a:ext cx="571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https://learn.microsoft.com/en-us/training/modules/automated-evaluation-genaiops/2-why-automated-evaluations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BAC60-2153-712F-E98A-743A5755E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418" y="600179"/>
            <a:ext cx="6471612" cy="605007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42165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4B919-C941-BD4D-E00B-DD3D661E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D12AC9-3400-2160-53AB-40CE8620C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626" y="1640910"/>
            <a:ext cx="9260611" cy="2780777"/>
          </a:xfrm>
        </p:spPr>
        <p:txBody>
          <a:bodyPr/>
          <a:lstStyle/>
          <a:p>
            <a:pPr algn="ctr"/>
            <a:r>
              <a:rPr lang="en-US" dirty="0"/>
              <a:t>Infra Design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C3D49-1CC4-6243-ABD2-3F96446045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1863" y="6289675"/>
            <a:ext cx="1100137" cy="365125"/>
          </a:xfrm>
        </p:spPr>
        <p:txBody>
          <a:bodyPr/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40042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AAF78-C8A6-2720-C600-183413247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A139A31-E916-0D06-C14A-122D2FCF6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266714" cy="589032"/>
          </a:xfrm>
        </p:spPr>
        <p:txBody>
          <a:bodyPr>
            <a:normAutofit fontScale="90000"/>
          </a:bodyPr>
          <a:lstStyle/>
          <a:p>
            <a:r>
              <a:rPr lang="en-US" dirty="0"/>
              <a:t>U</a:t>
            </a:r>
            <a:r>
              <a:rPr lang="en-IN" dirty="0"/>
              <a:t>se Bicep for Azure Resource creation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685DCF-A252-C812-4AA3-14B5C8F61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2575" y="629260"/>
            <a:ext cx="9687753" cy="61568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58313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8F36A-25F9-DB81-1FC3-D158A33DA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A6B18D-0717-6C5A-2406-CCA35EC2E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626" y="1640910"/>
            <a:ext cx="9260611" cy="2780777"/>
          </a:xfrm>
        </p:spPr>
        <p:txBody>
          <a:bodyPr/>
          <a:lstStyle/>
          <a:p>
            <a:pPr algn="ctr"/>
            <a:r>
              <a:rPr lang="en-US" dirty="0"/>
              <a:t>Deployment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E752A-0129-DC12-ECEA-04E7F110BE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1863" y="6289675"/>
            <a:ext cx="1100137" cy="365125"/>
          </a:xfrm>
        </p:spPr>
        <p:txBody>
          <a:bodyPr/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931064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E8427-7AA8-EF16-0CD1-86B0A405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DFB3BF5-F1C5-FE84-18F3-C2749C9AD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Agent Assets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1DEA65-F4AE-CF0C-2CD3-4B8068567409}"/>
              </a:ext>
            </a:extLst>
          </p:cNvPr>
          <p:cNvSpPr txBox="1"/>
          <p:nvPr/>
        </p:nvSpPr>
        <p:spPr>
          <a:xfrm>
            <a:off x="0" y="6550223"/>
            <a:ext cx="571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https://learn.microsoft.com/en-us/training/modules/automated-evaluation-genaiops/2-why-automated-evaluations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5694EF-52A6-02E3-C318-6D4F67383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0543"/>
            <a:ext cx="12192000" cy="373691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9086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2C60-869F-B3D0-1B60-84C88E35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6B31B2D-69F8-FADB-1B7E-B6EDD1684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Deployment Version &amp; Rollback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FC93A-07C5-FD0D-9DBF-F9E1EC6AFA80}"/>
              </a:ext>
            </a:extLst>
          </p:cNvPr>
          <p:cNvSpPr txBox="1"/>
          <p:nvPr/>
        </p:nvSpPr>
        <p:spPr>
          <a:xfrm>
            <a:off x="0" y="6550223"/>
            <a:ext cx="571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https://learn.microsoft.com/en-us/training/modules/automated-evaluation-genaiops/2-why-automated-evaluations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773DF7-3A72-FC10-A457-FBCFED1D6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1589" y="886604"/>
            <a:ext cx="9575923" cy="55267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2337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910C8-BAF9-14D3-2BA6-ECEA58AD6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C8DA606-94D6-68EC-7905-3DF94653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Agent Endpoint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212B9-1C28-0A8A-7C78-E1C38E4A9D26}"/>
              </a:ext>
            </a:extLst>
          </p:cNvPr>
          <p:cNvSpPr txBox="1"/>
          <p:nvPr/>
        </p:nvSpPr>
        <p:spPr>
          <a:xfrm>
            <a:off x="0" y="6550223"/>
            <a:ext cx="571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https://learn.microsoft.com/en-us/training/modules/automated-evaluation-genaiops/2-why-automated-evaluations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489AD8-D7C7-0CE7-1E92-D3105E825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610" y="660919"/>
            <a:ext cx="10252420" cy="58860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1583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0861A-E758-9DA0-2534-EAD60BB8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38F65BC-2F95-5131-5444-90E489F98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626" y="1640910"/>
            <a:ext cx="9260611" cy="2780777"/>
          </a:xfrm>
        </p:spPr>
        <p:txBody>
          <a:bodyPr/>
          <a:lstStyle/>
          <a:p>
            <a:pPr algn="ctr"/>
            <a:r>
              <a:rPr lang="en-US" dirty="0"/>
              <a:t>Monitor and Troubleshoot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FA044-F2F0-D262-0F50-2A0F7CEC06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1863" y="6289675"/>
            <a:ext cx="1100137" cy="365125"/>
          </a:xfrm>
        </p:spPr>
        <p:txBody>
          <a:bodyPr/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95607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5D5BD-F95E-6357-BA1E-0988AD8E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C4EAA29-3EA1-DEFE-094D-D5BA85A3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Monitor Agent Assets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CF90E-3D2C-62EC-07B3-4FFD7808EE6C}"/>
              </a:ext>
            </a:extLst>
          </p:cNvPr>
          <p:cNvSpPr txBox="1"/>
          <p:nvPr/>
        </p:nvSpPr>
        <p:spPr>
          <a:xfrm>
            <a:off x="0" y="6550223"/>
            <a:ext cx="571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https://learn.microsoft.com/en-us/training/modules/automated-evaluation-genaiops/2-why-automated-evaluations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D65AF-CF05-3F69-09F5-3C78B095F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846" y="660919"/>
            <a:ext cx="9863230" cy="5815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31899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77DB8-4D31-FBDA-955F-9792F7365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A3A069B-EC3A-B9C0-9230-60665AE11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Debug Agent using Trace and Span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D8FC3-2BA6-FDF6-5408-B1E39CBDD2BC}"/>
              </a:ext>
            </a:extLst>
          </p:cNvPr>
          <p:cNvSpPr txBox="1"/>
          <p:nvPr/>
        </p:nvSpPr>
        <p:spPr>
          <a:xfrm>
            <a:off x="0" y="6550223"/>
            <a:ext cx="571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https://learn.microsoft.com/en-us/training/modules/automated-evaluation-genaiops/2-why-automated-evaluations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EBF151-FF72-5E36-54FC-B5500027C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093" y="648251"/>
            <a:ext cx="10406937" cy="60019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2585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DA612-4AF7-088D-2C5C-34E564C8B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EA5EB6E-DCA2-8A69-8802-86E42C0B3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0" y="71887"/>
            <a:ext cx="11956542" cy="589032"/>
          </a:xfrm>
        </p:spPr>
        <p:txBody>
          <a:bodyPr>
            <a:noAutofit/>
          </a:bodyPr>
          <a:lstStyle/>
          <a:p>
            <a:r>
              <a:rPr lang="en-US" sz="4000" dirty="0"/>
              <a:t>Debug Agent using Trace and Span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E0D07-A18F-6609-26FD-77018813475E}"/>
              </a:ext>
            </a:extLst>
          </p:cNvPr>
          <p:cNvSpPr txBox="1"/>
          <p:nvPr/>
        </p:nvSpPr>
        <p:spPr>
          <a:xfrm>
            <a:off x="0" y="6550223"/>
            <a:ext cx="571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" dirty="0"/>
              <a:t>https://learn.microsoft.com/en-us/training/modules/automated-evaluation-genaiops/2-why-automated-evaluations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C33402-7CB6-DF33-F420-8F2671C91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540" y="660919"/>
            <a:ext cx="10445972" cy="60506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3326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03"/>
    </mc:Choice>
    <mc:Fallback>
      <p:transition spd="slow" advTm="16103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C3BF4-1F94-C8E3-4DE3-20A746F6C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8F7CB6E-637A-00DD-7DA4-3EDE5F598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Thank you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CA519-B207-7B88-CCED-4BF4701942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1863" y="6289675"/>
            <a:ext cx="1100137" cy="365125"/>
          </a:xfrm>
        </p:spPr>
        <p:txBody>
          <a:bodyPr/>
          <a:lstStyle/>
          <a:p>
            <a: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0720213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4.3|4.9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Alt-Widescreen-20231110" id="{F218E956-3EF7-C74B-B913-ECEA98BCBD3B}" vid="{FE519D9E-70B6-014C-84F2-2F94F9874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25EC03-AAAA-4B6B-9D28-5719C1FEBC11}">
  <ds:schemaRefs>
    <ds:schemaRef ds:uri="37af3f4b-4b66-46f9-8456-831d9bc3e737"/>
    <ds:schemaRef ds:uri="d6656b4d-3fa0-4709-acfb-d5e813445d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http://schemas.microsoft.com/office/2006/documentManagement/types"/>
    <ds:schemaRef ds:uri="d6656b4d-3fa0-4709-acfb-d5e813445d1e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37af3f4b-4b66-46f9-8456-831d9bc3e73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Purdue Widescreen PPT - Alt Font</Template>
  <TotalTime>3450</TotalTime>
  <Words>3692</Words>
  <Application>Microsoft Office PowerPoint</Application>
  <PresentationFormat>Widescreen</PresentationFormat>
  <Paragraphs>297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Franklin Gothic Book</vt:lpstr>
      <vt:lpstr>Franklin Gothic Medium</vt:lpstr>
      <vt:lpstr>Franklin Gothic Medium Cond</vt:lpstr>
      <vt:lpstr>Segoe UI</vt:lpstr>
      <vt:lpstr>Wingdings</vt:lpstr>
      <vt:lpstr>Office Theme</vt:lpstr>
      <vt:lpstr>LLMOps/GenAIOps  for trail_guide_agent on Azure Foundry</vt:lpstr>
      <vt:lpstr>Business Problem</vt:lpstr>
      <vt:lpstr>Repo Design  using  GitHub</vt:lpstr>
      <vt:lpstr>Use Template for Repo</vt:lpstr>
      <vt:lpstr>Protect the Main branch</vt:lpstr>
      <vt:lpstr>Protect the Main branch</vt:lpstr>
      <vt:lpstr>Store Agent Prompts in Files in separate prompts Folder</vt:lpstr>
      <vt:lpstr>Evaluation Design</vt:lpstr>
      <vt:lpstr>Usual Evaluation Metrics</vt:lpstr>
      <vt:lpstr>Design evaluation experiments</vt:lpstr>
      <vt:lpstr>Design Rubric</vt:lpstr>
      <vt:lpstr>Store Evaluation Prompts in Files in separate prompts Folder</vt:lpstr>
      <vt:lpstr>Test and maintain inter-rater reliability</vt:lpstr>
      <vt:lpstr>Align automated evaluators with human evaluation</vt:lpstr>
      <vt:lpstr>Compose a comprehensive evaluation dataset</vt:lpstr>
      <vt:lpstr>Source evaluation data</vt:lpstr>
      <vt:lpstr>Prepare data for evaluation</vt:lpstr>
      <vt:lpstr>Integrate evaluations into GitHub Actions</vt:lpstr>
      <vt:lpstr>Evaluation results on Azure Foundry</vt:lpstr>
      <vt:lpstr>Evaluation results on Azure Foundry</vt:lpstr>
      <vt:lpstr>Evaluation results on Azure Foundry</vt:lpstr>
      <vt:lpstr>Human-in-the-loop Workflow</vt:lpstr>
      <vt:lpstr>Infra Design</vt:lpstr>
      <vt:lpstr>Use Bicep for Azure Resource creation</vt:lpstr>
      <vt:lpstr>Deployment</vt:lpstr>
      <vt:lpstr>Agent Assets</vt:lpstr>
      <vt:lpstr>Deployment Version &amp; Rollback</vt:lpstr>
      <vt:lpstr>Agent Endpoint</vt:lpstr>
      <vt:lpstr>Monitor and Troubleshoot</vt:lpstr>
      <vt:lpstr>Monitor Agent Assets</vt:lpstr>
      <vt:lpstr>Debug Agent using Trace and Span</vt:lpstr>
      <vt:lpstr>Debug Agent using Trace and Span</vt:lpstr>
      <vt:lpstr>Thank you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AI Understanding Alignment</dc:title>
  <dc:creator>Maestas, Cherie Drake</dc:creator>
  <cp:lastModifiedBy>Kunal Ghosh</cp:lastModifiedBy>
  <cp:revision>288</cp:revision>
  <cp:lastPrinted>2025-02-05T04:20:35Z</cp:lastPrinted>
  <dcterms:created xsi:type="dcterms:W3CDTF">2024-06-08T17:57:05Z</dcterms:created>
  <dcterms:modified xsi:type="dcterms:W3CDTF">2026-06-07T14:01:31Z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